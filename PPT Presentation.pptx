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2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0407A0-8401-4A17-92DD-4A6BFC1259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632111-03D7-48FB-8088-D740AE43FC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Loss functions play a critical role in training deep learning models.</a:t>
          </a:r>
        </a:p>
      </dgm:t>
    </dgm:pt>
    <dgm:pt modelId="{33459CB5-82ED-4C88-A332-50A140F3F393}" type="parTrans" cxnId="{F0D8B5D9-146F-484E-B6F3-65BFECBCD5DA}">
      <dgm:prSet/>
      <dgm:spPr/>
      <dgm:t>
        <a:bodyPr/>
        <a:lstStyle/>
        <a:p>
          <a:endParaRPr lang="en-US"/>
        </a:p>
      </dgm:t>
    </dgm:pt>
    <dgm:pt modelId="{A9FAD0DF-59B1-4C33-9520-131214A0730B}" type="sibTrans" cxnId="{F0D8B5D9-146F-484E-B6F3-65BFECBCD5DA}">
      <dgm:prSet/>
      <dgm:spPr/>
      <dgm:t>
        <a:bodyPr/>
        <a:lstStyle/>
        <a:p>
          <a:endParaRPr lang="en-US"/>
        </a:p>
      </dgm:t>
    </dgm:pt>
    <dgm:pt modelId="{4B18F4EC-DC14-4298-90C6-3FEC04668F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 margin-based loss functions (e.g., ArcFace) use fixed margins, but they do not adapt based on input quality.</a:t>
          </a:r>
        </a:p>
      </dgm:t>
    </dgm:pt>
    <dgm:pt modelId="{1A7E78CF-6589-4E7C-AEFD-2A7B7467067B}" type="parTrans" cxnId="{29311825-A3CD-46A1-BCDB-7CE38AF54126}">
      <dgm:prSet/>
      <dgm:spPr/>
      <dgm:t>
        <a:bodyPr/>
        <a:lstStyle/>
        <a:p>
          <a:endParaRPr lang="en-US"/>
        </a:p>
      </dgm:t>
    </dgm:pt>
    <dgm:pt modelId="{15B13DA6-9DFD-4F90-9CC9-312397BE61D6}" type="sibTrans" cxnId="{29311825-A3CD-46A1-BCDB-7CE38AF54126}">
      <dgm:prSet/>
      <dgm:spPr/>
      <dgm:t>
        <a:bodyPr/>
        <a:lstStyle/>
        <a:p>
          <a:endParaRPr lang="en-US"/>
        </a:p>
      </dgm:t>
    </dgm:pt>
    <dgm:pt modelId="{A94BFB3C-217E-4A03-9922-C67E317610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AdaFace introduces an adaptive margin that adjusts dynamically using feature norms, improving classification performance.</a:t>
          </a:r>
        </a:p>
      </dgm:t>
    </dgm:pt>
    <dgm:pt modelId="{3637BB21-2A1C-413E-8630-31D02042DA79}" type="parTrans" cxnId="{9CEC161B-7190-41AF-A6EC-5798BE1989CA}">
      <dgm:prSet/>
      <dgm:spPr/>
      <dgm:t>
        <a:bodyPr/>
        <a:lstStyle/>
        <a:p>
          <a:endParaRPr lang="en-US"/>
        </a:p>
      </dgm:t>
    </dgm:pt>
    <dgm:pt modelId="{F0061F0E-C29B-41F6-8EEC-2929E6F62C43}" type="sibTrans" cxnId="{9CEC161B-7190-41AF-A6EC-5798BE1989CA}">
      <dgm:prSet/>
      <dgm:spPr/>
      <dgm:t>
        <a:bodyPr/>
        <a:lstStyle/>
        <a:p>
          <a:endParaRPr lang="en-US"/>
        </a:p>
      </dgm:t>
    </dgm:pt>
    <dgm:pt modelId="{B654BDF4-C735-4633-A9D5-5077EBDF5C64}" type="pres">
      <dgm:prSet presAssocID="{640407A0-8401-4A17-92DD-4A6BFC1259EC}" presName="root" presStyleCnt="0">
        <dgm:presLayoutVars>
          <dgm:dir/>
          <dgm:resizeHandles val="exact"/>
        </dgm:presLayoutVars>
      </dgm:prSet>
      <dgm:spPr/>
    </dgm:pt>
    <dgm:pt modelId="{C41887D6-3715-4784-B1AF-CCDF7A3DFF7E}" type="pres">
      <dgm:prSet presAssocID="{A1632111-03D7-48FB-8088-D740AE43FC17}" presName="compNode" presStyleCnt="0"/>
      <dgm:spPr/>
    </dgm:pt>
    <dgm:pt modelId="{3FCFEB5B-B7B6-458C-98C7-F09D35B2094F}" type="pres">
      <dgm:prSet presAssocID="{A1632111-03D7-48FB-8088-D740AE43FC17}" presName="bgRect" presStyleLbl="bgShp" presStyleIdx="0" presStyleCnt="3"/>
      <dgm:spPr/>
    </dgm:pt>
    <dgm:pt modelId="{5AAD1531-B5A2-448B-841E-D4BBBF4CD3BE}" type="pres">
      <dgm:prSet presAssocID="{A1632111-03D7-48FB-8088-D740AE43FC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A38B2941-FF91-4C21-8950-671409EC5FF3}" type="pres">
      <dgm:prSet presAssocID="{A1632111-03D7-48FB-8088-D740AE43FC17}" presName="spaceRect" presStyleCnt="0"/>
      <dgm:spPr/>
    </dgm:pt>
    <dgm:pt modelId="{DDF103CD-C1DC-4722-8944-161CB99B90CA}" type="pres">
      <dgm:prSet presAssocID="{A1632111-03D7-48FB-8088-D740AE43FC17}" presName="parTx" presStyleLbl="revTx" presStyleIdx="0" presStyleCnt="3">
        <dgm:presLayoutVars>
          <dgm:chMax val="0"/>
          <dgm:chPref val="0"/>
        </dgm:presLayoutVars>
      </dgm:prSet>
      <dgm:spPr/>
    </dgm:pt>
    <dgm:pt modelId="{63F7AE95-9EDA-4C20-89AC-57A13FEF1431}" type="pres">
      <dgm:prSet presAssocID="{A9FAD0DF-59B1-4C33-9520-131214A0730B}" presName="sibTrans" presStyleCnt="0"/>
      <dgm:spPr/>
    </dgm:pt>
    <dgm:pt modelId="{B6FBFCEA-0045-4247-A613-5FC2B4658CC3}" type="pres">
      <dgm:prSet presAssocID="{4B18F4EC-DC14-4298-90C6-3FEC04668F19}" presName="compNode" presStyleCnt="0"/>
      <dgm:spPr/>
    </dgm:pt>
    <dgm:pt modelId="{2A5372FC-B430-4C3D-B9F0-D500DE8DEAE5}" type="pres">
      <dgm:prSet presAssocID="{4B18F4EC-DC14-4298-90C6-3FEC04668F19}" presName="bgRect" presStyleLbl="bgShp" presStyleIdx="1" presStyleCnt="3"/>
      <dgm:spPr/>
    </dgm:pt>
    <dgm:pt modelId="{AA184DCE-1D75-49A0-B471-F7FAB923A9C9}" type="pres">
      <dgm:prSet presAssocID="{4B18F4EC-DC14-4298-90C6-3FEC04668F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88D01B79-7929-4318-BD79-9B0B94283115}" type="pres">
      <dgm:prSet presAssocID="{4B18F4EC-DC14-4298-90C6-3FEC04668F19}" presName="spaceRect" presStyleCnt="0"/>
      <dgm:spPr/>
    </dgm:pt>
    <dgm:pt modelId="{E504955F-3E2A-4419-930D-31064B52CC64}" type="pres">
      <dgm:prSet presAssocID="{4B18F4EC-DC14-4298-90C6-3FEC04668F19}" presName="parTx" presStyleLbl="revTx" presStyleIdx="1" presStyleCnt="3">
        <dgm:presLayoutVars>
          <dgm:chMax val="0"/>
          <dgm:chPref val="0"/>
        </dgm:presLayoutVars>
      </dgm:prSet>
      <dgm:spPr/>
    </dgm:pt>
    <dgm:pt modelId="{59FE8482-97D7-422E-B7AB-06FA972A67CB}" type="pres">
      <dgm:prSet presAssocID="{15B13DA6-9DFD-4F90-9CC9-312397BE61D6}" presName="sibTrans" presStyleCnt="0"/>
      <dgm:spPr/>
    </dgm:pt>
    <dgm:pt modelId="{1DB68DD8-FFF8-4D30-AFA3-E780CFF4E7CF}" type="pres">
      <dgm:prSet presAssocID="{A94BFB3C-217E-4A03-9922-C67E31761026}" presName="compNode" presStyleCnt="0"/>
      <dgm:spPr/>
    </dgm:pt>
    <dgm:pt modelId="{601A9E7C-27C1-46A5-B584-2B9870B89301}" type="pres">
      <dgm:prSet presAssocID="{A94BFB3C-217E-4A03-9922-C67E31761026}" presName="bgRect" presStyleLbl="bgShp" presStyleIdx="2" presStyleCnt="3"/>
      <dgm:spPr/>
    </dgm:pt>
    <dgm:pt modelId="{E98B1C42-F4DF-41E1-8F65-13B137242395}" type="pres">
      <dgm:prSet presAssocID="{A94BFB3C-217E-4A03-9922-C67E317610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17EB5A79-337A-4218-9FEA-A5E844336255}" type="pres">
      <dgm:prSet presAssocID="{A94BFB3C-217E-4A03-9922-C67E31761026}" presName="spaceRect" presStyleCnt="0"/>
      <dgm:spPr/>
    </dgm:pt>
    <dgm:pt modelId="{D38051E7-8186-412A-A829-CBCD1C5C2743}" type="pres">
      <dgm:prSet presAssocID="{A94BFB3C-217E-4A03-9922-C67E3176102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CEC161B-7190-41AF-A6EC-5798BE1989CA}" srcId="{640407A0-8401-4A17-92DD-4A6BFC1259EC}" destId="{A94BFB3C-217E-4A03-9922-C67E31761026}" srcOrd="2" destOrd="0" parTransId="{3637BB21-2A1C-413E-8630-31D02042DA79}" sibTransId="{F0061F0E-C29B-41F6-8EEC-2929E6F62C43}"/>
    <dgm:cxn modelId="{29311825-A3CD-46A1-BCDB-7CE38AF54126}" srcId="{640407A0-8401-4A17-92DD-4A6BFC1259EC}" destId="{4B18F4EC-DC14-4298-90C6-3FEC04668F19}" srcOrd="1" destOrd="0" parTransId="{1A7E78CF-6589-4E7C-AEFD-2A7B7467067B}" sibTransId="{15B13DA6-9DFD-4F90-9CC9-312397BE61D6}"/>
    <dgm:cxn modelId="{D05AD53B-C677-4477-85EA-15910EC85C59}" type="presOf" srcId="{A1632111-03D7-48FB-8088-D740AE43FC17}" destId="{DDF103CD-C1DC-4722-8944-161CB99B90CA}" srcOrd="0" destOrd="0" presId="urn:microsoft.com/office/officeart/2018/2/layout/IconVerticalSolidList"/>
    <dgm:cxn modelId="{D3EAA487-9CE3-4466-A8C5-3296AD89408E}" type="presOf" srcId="{4B18F4EC-DC14-4298-90C6-3FEC04668F19}" destId="{E504955F-3E2A-4419-930D-31064B52CC64}" srcOrd="0" destOrd="0" presId="urn:microsoft.com/office/officeart/2018/2/layout/IconVerticalSolidList"/>
    <dgm:cxn modelId="{A6425ABC-D19A-4F0C-A3C1-1DF79C85A6BA}" type="presOf" srcId="{A94BFB3C-217E-4A03-9922-C67E31761026}" destId="{D38051E7-8186-412A-A829-CBCD1C5C2743}" srcOrd="0" destOrd="0" presId="urn:microsoft.com/office/officeart/2018/2/layout/IconVerticalSolidList"/>
    <dgm:cxn modelId="{F0D8B5D9-146F-484E-B6F3-65BFECBCD5DA}" srcId="{640407A0-8401-4A17-92DD-4A6BFC1259EC}" destId="{A1632111-03D7-48FB-8088-D740AE43FC17}" srcOrd="0" destOrd="0" parTransId="{33459CB5-82ED-4C88-A332-50A140F3F393}" sibTransId="{A9FAD0DF-59B1-4C33-9520-131214A0730B}"/>
    <dgm:cxn modelId="{6B6C00F8-9B32-48BC-85F9-8D04A97DB7BC}" type="presOf" srcId="{640407A0-8401-4A17-92DD-4A6BFC1259EC}" destId="{B654BDF4-C735-4633-A9D5-5077EBDF5C64}" srcOrd="0" destOrd="0" presId="urn:microsoft.com/office/officeart/2018/2/layout/IconVerticalSolidList"/>
    <dgm:cxn modelId="{541E0E4D-3152-4DA3-87AE-89AB78913680}" type="presParOf" srcId="{B654BDF4-C735-4633-A9D5-5077EBDF5C64}" destId="{C41887D6-3715-4784-B1AF-CCDF7A3DFF7E}" srcOrd="0" destOrd="0" presId="urn:microsoft.com/office/officeart/2018/2/layout/IconVerticalSolidList"/>
    <dgm:cxn modelId="{1A13B506-9CAC-4E05-B2B5-C014F2463907}" type="presParOf" srcId="{C41887D6-3715-4784-B1AF-CCDF7A3DFF7E}" destId="{3FCFEB5B-B7B6-458C-98C7-F09D35B2094F}" srcOrd="0" destOrd="0" presId="urn:microsoft.com/office/officeart/2018/2/layout/IconVerticalSolidList"/>
    <dgm:cxn modelId="{5FBD3B19-4D38-45CA-A398-22EDFCDE68F9}" type="presParOf" srcId="{C41887D6-3715-4784-B1AF-CCDF7A3DFF7E}" destId="{5AAD1531-B5A2-448B-841E-D4BBBF4CD3BE}" srcOrd="1" destOrd="0" presId="urn:microsoft.com/office/officeart/2018/2/layout/IconVerticalSolidList"/>
    <dgm:cxn modelId="{33A18EA0-9390-455E-82DB-48AEF2C13893}" type="presParOf" srcId="{C41887D6-3715-4784-B1AF-CCDF7A3DFF7E}" destId="{A38B2941-FF91-4C21-8950-671409EC5FF3}" srcOrd="2" destOrd="0" presId="urn:microsoft.com/office/officeart/2018/2/layout/IconVerticalSolidList"/>
    <dgm:cxn modelId="{F82FD3B3-EE26-4E36-A1D7-C7F29A81530C}" type="presParOf" srcId="{C41887D6-3715-4784-B1AF-CCDF7A3DFF7E}" destId="{DDF103CD-C1DC-4722-8944-161CB99B90CA}" srcOrd="3" destOrd="0" presId="urn:microsoft.com/office/officeart/2018/2/layout/IconVerticalSolidList"/>
    <dgm:cxn modelId="{CA16E052-D290-4C77-89DC-522D8A2B5A2E}" type="presParOf" srcId="{B654BDF4-C735-4633-A9D5-5077EBDF5C64}" destId="{63F7AE95-9EDA-4C20-89AC-57A13FEF1431}" srcOrd="1" destOrd="0" presId="urn:microsoft.com/office/officeart/2018/2/layout/IconVerticalSolidList"/>
    <dgm:cxn modelId="{2AF09BE0-6C78-4785-9C26-E3D2E52CDCBA}" type="presParOf" srcId="{B654BDF4-C735-4633-A9D5-5077EBDF5C64}" destId="{B6FBFCEA-0045-4247-A613-5FC2B4658CC3}" srcOrd="2" destOrd="0" presId="urn:microsoft.com/office/officeart/2018/2/layout/IconVerticalSolidList"/>
    <dgm:cxn modelId="{2AC641B7-5431-4640-A74E-000C86B7952F}" type="presParOf" srcId="{B6FBFCEA-0045-4247-A613-5FC2B4658CC3}" destId="{2A5372FC-B430-4C3D-B9F0-D500DE8DEAE5}" srcOrd="0" destOrd="0" presId="urn:microsoft.com/office/officeart/2018/2/layout/IconVerticalSolidList"/>
    <dgm:cxn modelId="{C7F0F62D-99A3-4207-89FC-83A7B27B3F22}" type="presParOf" srcId="{B6FBFCEA-0045-4247-A613-5FC2B4658CC3}" destId="{AA184DCE-1D75-49A0-B471-F7FAB923A9C9}" srcOrd="1" destOrd="0" presId="urn:microsoft.com/office/officeart/2018/2/layout/IconVerticalSolidList"/>
    <dgm:cxn modelId="{2008ABFA-7811-4BE0-80E7-74125C7906BC}" type="presParOf" srcId="{B6FBFCEA-0045-4247-A613-5FC2B4658CC3}" destId="{88D01B79-7929-4318-BD79-9B0B94283115}" srcOrd="2" destOrd="0" presId="urn:microsoft.com/office/officeart/2018/2/layout/IconVerticalSolidList"/>
    <dgm:cxn modelId="{41B0E04D-5BAA-4408-B25C-87C7B982ED5B}" type="presParOf" srcId="{B6FBFCEA-0045-4247-A613-5FC2B4658CC3}" destId="{E504955F-3E2A-4419-930D-31064B52CC64}" srcOrd="3" destOrd="0" presId="urn:microsoft.com/office/officeart/2018/2/layout/IconVerticalSolidList"/>
    <dgm:cxn modelId="{584F2392-F0B8-43C7-8201-0990AD60BBAF}" type="presParOf" srcId="{B654BDF4-C735-4633-A9D5-5077EBDF5C64}" destId="{59FE8482-97D7-422E-B7AB-06FA972A67CB}" srcOrd="3" destOrd="0" presId="urn:microsoft.com/office/officeart/2018/2/layout/IconVerticalSolidList"/>
    <dgm:cxn modelId="{F4B555B7-AE40-4ACF-93AF-4617169065DF}" type="presParOf" srcId="{B654BDF4-C735-4633-A9D5-5077EBDF5C64}" destId="{1DB68DD8-FFF8-4D30-AFA3-E780CFF4E7CF}" srcOrd="4" destOrd="0" presId="urn:microsoft.com/office/officeart/2018/2/layout/IconVerticalSolidList"/>
    <dgm:cxn modelId="{19FB72D2-681E-49EF-93AB-DF3730655F29}" type="presParOf" srcId="{1DB68DD8-FFF8-4D30-AFA3-E780CFF4E7CF}" destId="{601A9E7C-27C1-46A5-B584-2B9870B89301}" srcOrd="0" destOrd="0" presId="urn:microsoft.com/office/officeart/2018/2/layout/IconVerticalSolidList"/>
    <dgm:cxn modelId="{9817D915-305E-4F5D-9C4D-0D9A8E245FAE}" type="presParOf" srcId="{1DB68DD8-FFF8-4D30-AFA3-E780CFF4E7CF}" destId="{E98B1C42-F4DF-41E1-8F65-13B137242395}" srcOrd="1" destOrd="0" presId="urn:microsoft.com/office/officeart/2018/2/layout/IconVerticalSolidList"/>
    <dgm:cxn modelId="{81E50FEE-4D57-42B4-A920-508780495F96}" type="presParOf" srcId="{1DB68DD8-FFF8-4D30-AFA3-E780CFF4E7CF}" destId="{17EB5A79-337A-4218-9FEA-A5E844336255}" srcOrd="2" destOrd="0" presId="urn:microsoft.com/office/officeart/2018/2/layout/IconVerticalSolidList"/>
    <dgm:cxn modelId="{ADA4DA02-F148-496B-AE53-8C260A3A4A05}" type="presParOf" srcId="{1DB68DD8-FFF8-4D30-AFA3-E780CFF4E7CF}" destId="{D38051E7-8186-412A-A829-CBCD1C5C27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D3AD41-B1EF-4781-963C-B46D1D9A96F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6314AD-6734-4BB6-97FE-25462A12B83F}">
      <dgm:prSet/>
      <dgm:spPr/>
      <dgm:t>
        <a:bodyPr/>
        <a:lstStyle/>
        <a:p>
          <a:r>
            <a:rPr lang="en-US"/>
            <a:t>ArcFace and similar losses apply a fixed margin to all samples.</a:t>
          </a:r>
        </a:p>
      </dgm:t>
    </dgm:pt>
    <dgm:pt modelId="{58B99793-9F55-4AA6-971A-BD424DC90C30}" type="parTrans" cxnId="{3A73015A-A7BE-482C-839B-5FEAA0E31810}">
      <dgm:prSet/>
      <dgm:spPr/>
      <dgm:t>
        <a:bodyPr/>
        <a:lstStyle/>
        <a:p>
          <a:endParaRPr lang="en-US"/>
        </a:p>
      </dgm:t>
    </dgm:pt>
    <dgm:pt modelId="{AA8AE2B5-919D-4CA8-BB8F-DB3AA90190FB}" type="sibTrans" cxnId="{3A73015A-A7BE-482C-839B-5FEAA0E31810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5E09C18D-73BF-4BBF-A89A-9BF9DA060FC8}">
      <dgm:prSet/>
      <dgm:spPr/>
      <dgm:t>
        <a:bodyPr/>
        <a:lstStyle/>
        <a:p>
          <a:r>
            <a:rPr lang="en-US"/>
            <a:t>Real-world data varies in quality—some images are more recognizable than others.</a:t>
          </a:r>
        </a:p>
      </dgm:t>
    </dgm:pt>
    <dgm:pt modelId="{CFC5C184-6774-4C42-9224-DDB37A0650E4}" type="parTrans" cxnId="{5EBEEF6A-A9AB-4928-9F42-100DC5C177E2}">
      <dgm:prSet/>
      <dgm:spPr/>
      <dgm:t>
        <a:bodyPr/>
        <a:lstStyle/>
        <a:p>
          <a:endParaRPr lang="en-US"/>
        </a:p>
      </dgm:t>
    </dgm:pt>
    <dgm:pt modelId="{F575156E-3F56-44B2-B22E-219375F61F05}" type="sibTrans" cxnId="{5EBEEF6A-A9AB-4928-9F42-100DC5C177E2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D3330AD3-3F63-4B92-8DEE-E42A030C9B18}">
      <dgm:prSet/>
      <dgm:spPr/>
      <dgm:t>
        <a:bodyPr/>
        <a:lstStyle/>
        <a:p>
          <a:r>
            <a:rPr lang="en-US"/>
            <a:t>Hard samples should be emphasized only if they contain meaningful identity information.</a:t>
          </a:r>
        </a:p>
      </dgm:t>
    </dgm:pt>
    <dgm:pt modelId="{89659175-54CE-4184-9570-1322E6868127}" type="parTrans" cxnId="{9A4A3F93-E5A2-4906-9498-42EB9EC53AC9}">
      <dgm:prSet/>
      <dgm:spPr/>
      <dgm:t>
        <a:bodyPr/>
        <a:lstStyle/>
        <a:p>
          <a:endParaRPr lang="en-US"/>
        </a:p>
      </dgm:t>
    </dgm:pt>
    <dgm:pt modelId="{ACA1838E-04A9-4E1F-A351-7746554BE514}" type="sibTrans" cxnId="{9A4A3F93-E5A2-4906-9498-42EB9EC53AC9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75FF1538-E1F7-462A-B11B-D500282F256D}">
      <dgm:prSet/>
      <dgm:spPr/>
      <dgm:t>
        <a:bodyPr/>
        <a:lstStyle/>
        <a:p>
          <a:r>
            <a:rPr lang="en-US"/>
            <a:t>AdaFace solves this by adapting the margin based on feature norms.</a:t>
          </a:r>
        </a:p>
      </dgm:t>
    </dgm:pt>
    <dgm:pt modelId="{92135541-5190-44C8-B5C5-D7D1CEC34ECB}" type="parTrans" cxnId="{0F54B1FA-452E-4DC5-AA17-F0CDEF9CA541}">
      <dgm:prSet/>
      <dgm:spPr/>
      <dgm:t>
        <a:bodyPr/>
        <a:lstStyle/>
        <a:p>
          <a:endParaRPr lang="en-US"/>
        </a:p>
      </dgm:t>
    </dgm:pt>
    <dgm:pt modelId="{62ABEEC8-9633-40FC-9E26-155AA583C15D}" type="sibTrans" cxnId="{0F54B1FA-452E-4DC5-AA17-F0CDEF9CA541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ACFE4B89-C4F6-4A40-93AE-E08484E92970}" type="pres">
      <dgm:prSet presAssocID="{9ED3AD41-B1EF-4781-963C-B46D1D9A96F0}" presName="Name0" presStyleCnt="0">
        <dgm:presLayoutVars>
          <dgm:animLvl val="lvl"/>
          <dgm:resizeHandles val="exact"/>
        </dgm:presLayoutVars>
      </dgm:prSet>
      <dgm:spPr/>
    </dgm:pt>
    <dgm:pt modelId="{93127396-52D1-41B8-B394-CD218D18C35E}" type="pres">
      <dgm:prSet presAssocID="{EC6314AD-6734-4BB6-97FE-25462A12B83F}" presName="compositeNode" presStyleCnt="0">
        <dgm:presLayoutVars>
          <dgm:bulletEnabled val="1"/>
        </dgm:presLayoutVars>
      </dgm:prSet>
      <dgm:spPr/>
    </dgm:pt>
    <dgm:pt modelId="{3FE856D5-5EC9-4248-957E-CFF6E41F5D87}" type="pres">
      <dgm:prSet presAssocID="{EC6314AD-6734-4BB6-97FE-25462A12B83F}" presName="bgRect" presStyleLbl="alignNode1" presStyleIdx="0" presStyleCnt="4"/>
      <dgm:spPr/>
    </dgm:pt>
    <dgm:pt modelId="{F02C8DEC-EAE8-4F57-8544-4A4923E00961}" type="pres">
      <dgm:prSet presAssocID="{AA8AE2B5-919D-4CA8-BB8F-DB3AA90190FB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6E35CB3-A86A-4FBA-97B3-25636474E96F}" type="pres">
      <dgm:prSet presAssocID="{EC6314AD-6734-4BB6-97FE-25462A12B83F}" presName="nodeRect" presStyleLbl="alignNode1" presStyleIdx="0" presStyleCnt="4">
        <dgm:presLayoutVars>
          <dgm:bulletEnabled val="1"/>
        </dgm:presLayoutVars>
      </dgm:prSet>
      <dgm:spPr/>
    </dgm:pt>
    <dgm:pt modelId="{05AD0ACA-BFE0-45DB-830D-B189325EBD6C}" type="pres">
      <dgm:prSet presAssocID="{AA8AE2B5-919D-4CA8-BB8F-DB3AA90190FB}" presName="sibTrans" presStyleCnt="0"/>
      <dgm:spPr/>
    </dgm:pt>
    <dgm:pt modelId="{56D3763B-D5DA-42B7-B744-E9C9CAC77D95}" type="pres">
      <dgm:prSet presAssocID="{5E09C18D-73BF-4BBF-A89A-9BF9DA060FC8}" presName="compositeNode" presStyleCnt="0">
        <dgm:presLayoutVars>
          <dgm:bulletEnabled val="1"/>
        </dgm:presLayoutVars>
      </dgm:prSet>
      <dgm:spPr/>
    </dgm:pt>
    <dgm:pt modelId="{46CC86ED-D508-442D-AF13-8BD624D038D2}" type="pres">
      <dgm:prSet presAssocID="{5E09C18D-73BF-4BBF-A89A-9BF9DA060FC8}" presName="bgRect" presStyleLbl="alignNode1" presStyleIdx="1" presStyleCnt="4"/>
      <dgm:spPr/>
    </dgm:pt>
    <dgm:pt modelId="{7C26A6F4-FE82-48B5-B3A2-B7E95AC931F9}" type="pres">
      <dgm:prSet presAssocID="{F575156E-3F56-44B2-B22E-219375F61F05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5478CBBB-A3BA-4788-A79D-796FE0BC3511}" type="pres">
      <dgm:prSet presAssocID="{5E09C18D-73BF-4BBF-A89A-9BF9DA060FC8}" presName="nodeRect" presStyleLbl="alignNode1" presStyleIdx="1" presStyleCnt="4">
        <dgm:presLayoutVars>
          <dgm:bulletEnabled val="1"/>
        </dgm:presLayoutVars>
      </dgm:prSet>
      <dgm:spPr/>
    </dgm:pt>
    <dgm:pt modelId="{74F82BD1-49A3-48A8-A12D-51DDC6083A5E}" type="pres">
      <dgm:prSet presAssocID="{F575156E-3F56-44B2-B22E-219375F61F05}" presName="sibTrans" presStyleCnt="0"/>
      <dgm:spPr/>
    </dgm:pt>
    <dgm:pt modelId="{45151B2D-D2DB-4C53-A211-433268F727D5}" type="pres">
      <dgm:prSet presAssocID="{D3330AD3-3F63-4B92-8DEE-E42A030C9B18}" presName="compositeNode" presStyleCnt="0">
        <dgm:presLayoutVars>
          <dgm:bulletEnabled val="1"/>
        </dgm:presLayoutVars>
      </dgm:prSet>
      <dgm:spPr/>
    </dgm:pt>
    <dgm:pt modelId="{0090A837-3DDA-4ACC-8D2A-8C10C84D58DA}" type="pres">
      <dgm:prSet presAssocID="{D3330AD3-3F63-4B92-8DEE-E42A030C9B18}" presName="bgRect" presStyleLbl="alignNode1" presStyleIdx="2" presStyleCnt="4"/>
      <dgm:spPr/>
    </dgm:pt>
    <dgm:pt modelId="{D2EFAAD6-A221-4539-A823-883BC428DA88}" type="pres">
      <dgm:prSet presAssocID="{ACA1838E-04A9-4E1F-A351-7746554BE514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ED4E35CF-2E72-4713-9A66-76370600D3C5}" type="pres">
      <dgm:prSet presAssocID="{D3330AD3-3F63-4B92-8DEE-E42A030C9B18}" presName="nodeRect" presStyleLbl="alignNode1" presStyleIdx="2" presStyleCnt="4">
        <dgm:presLayoutVars>
          <dgm:bulletEnabled val="1"/>
        </dgm:presLayoutVars>
      </dgm:prSet>
      <dgm:spPr/>
    </dgm:pt>
    <dgm:pt modelId="{FD266C90-CBE6-41FD-842A-42A70A45F597}" type="pres">
      <dgm:prSet presAssocID="{ACA1838E-04A9-4E1F-A351-7746554BE514}" presName="sibTrans" presStyleCnt="0"/>
      <dgm:spPr/>
    </dgm:pt>
    <dgm:pt modelId="{DA3B152F-D0DD-4D4B-A4D5-19E87052FB66}" type="pres">
      <dgm:prSet presAssocID="{75FF1538-E1F7-462A-B11B-D500282F256D}" presName="compositeNode" presStyleCnt="0">
        <dgm:presLayoutVars>
          <dgm:bulletEnabled val="1"/>
        </dgm:presLayoutVars>
      </dgm:prSet>
      <dgm:spPr/>
    </dgm:pt>
    <dgm:pt modelId="{6DF32598-C7E1-41C3-BD5E-26FFB59231A6}" type="pres">
      <dgm:prSet presAssocID="{75FF1538-E1F7-462A-B11B-D500282F256D}" presName="bgRect" presStyleLbl="alignNode1" presStyleIdx="3" presStyleCnt="4"/>
      <dgm:spPr/>
    </dgm:pt>
    <dgm:pt modelId="{AEAD2DD1-D298-43A1-B613-D7BED600DB54}" type="pres">
      <dgm:prSet presAssocID="{62ABEEC8-9633-40FC-9E26-155AA583C15D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B8DF3680-11AA-4E94-9400-1D8741FCE7E9}" type="pres">
      <dgm:prSet presAssocID="{75FF1538-E1F7-462A-B11B-D500282F256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D88A0201-F3CD-4644-AFE2-43CF2703D242}" type="presOf" srcId="{F575156E-3F56-44B2-B22E-219375F61F05}" destId="{7C26A6F4-FE82-48B5-B3A2-B7E95AC931F9}" srcOrd="0" destOrd="0" presId="urn:microsoft.com/office/officeart/2016/7/layout/LinearBlockProcessNumbered"/>
    <dgm:cxn modelId="{6C82C508-9BFD-460B-B727-FBEB726806BE}" type="presOf" srcId="{EC6314AD-6734-4BB6-97FE-25462A12B83F}" destId="{96E35CB3-A86A-4FBA-97B3-25636474E96F}" srcOrd="1" destOrd="0" presId="urn:microsoft.com/office/officeart/2016/7/layout/LinearBlockProcessNumbered"/>
    <dgm:cxn modelId="{CE853521-A9D8-49FB-90BA-9137FC5CBBF3}" type="presOf" srcId="{ACA1838E-04A9-4E1F-A351-7746554BE514}" destId="{D2EFAAD6-A221-4539-A823-883BC428DA88}" srcOrd="0" destOrd="0" presId="urn:microsoft.com/office/officeart/2016/7/layout/LinearBlockProcessNumbered"/>
    <dgm:cxn modelId="{1C06C72D-547A-43C2-8BC4-8C310140D25C}" type="presOf" srcId="{5E09C18D-73BF-4BBF-A89A-9BF9DA060FC8}" destId="{5478CBBB-A3BA-4788-A79D-796FE0BC3511}" srcOrd="1" destOrd="0" presId="urn:microsoft.com/office/officeart/2016/7/layout/LinearBlockProcessNumbered"/>
    <dgm:cxn modelId="{8BCB7934-0CBC-4B1B-82B0-6F29BAC3F93E}" type="presOf" srcId="{75FF1538-E1F7-462A-B11B-D500282F256D}" destId="{B8DF3680-11AA-4E94-9400-1D8741FCE7E9}" srcOrd="1" destOrd="0" presId="urn:microsoft.com/office/officeart/2016/7/layout/LinearBlockProcessNumbered"/>
    <dgm:cxn modelId="{E198A360-6309-49B8-A843-637297B62ABE}" type="presOf" srcId="{D3330AD3-3F63-4B92-8DEE-E42A030C9B18}" destId="{0090A837-3DDA-4ACC-8D2A-8C10C84D58DA}" srcOrd="0" destOrd="0" presId="urn:microsoft.com/office/officeart/2016/7/layout/LinearBlockProcessNumbered"/>
    <dgm:cxn modelId="{5EBEEF6A-A9AB-4928-9F42-100DC5C177E2}" srcId="{9ED3AD41-B1EF-4781-963C-B46D1D9A96F0}" destId="{5E09C18D-73BF-4BBF-A89A-9BF9DA060FC8}" srcOrd="1" destOrd="0" parTransId="{CFC5C184-6774-4C42-9224-DDB37A0650E4}" sibTransId="{F575156E-3F56-44B2-B22E-219375F61F05}"/>
    <dgm:cxn modelId="{0D36C074-556E-45D5-9BE0-F8FAC964EEFB}" type="presOf" srcId="{5E09C18D-73BF-4BBF-A89A-9BF9DA060FC8}" destId="{46CC86ED-D508-442D-AF13-8BD624D038D2}" srcOrd="0" destOrd="0" presId="urn:microsoft.com/office/officeart/2016/7/layout/LinearBlockProcessNumbered"/>
    <dgm:cxn modelId="{3A73015A-A7BE-482C-839B-5FEAA0E31810}" srcId="{9ED3AD41-B1EF-4781-963C-B46D1D9A96F0}" destId="{EC6314AD-6734-4BB6-97FE-25462A12B83F}" srcOrd="0" destOrd="0" parTransId="{58B99793-9F55-4AA6-971A-BD424DC90C30}" sibTransId="{AA8AE2B5-919D-4CA8-BB8F-DB3AA90190FB}"/>
    <dgm:cxn modelId="{F0DC6A7B-D05E-4EAE-9E5A-9F68E6C4D95F}" type="presOf" srcId="{AA8AE2B5-919D-4CA8-BB8F-DB3AA90190FB}" destId="{F02C8DEC-EAE8-4F57-8544-4A4923E00961}" srcOrd="0" destOrd="0" presId="urn:microsoft.com/office/officeart/2016/7/layout/LinearBlockProcessNumbered"/>
    <dgm:cxn modelId="{C9723980-BCD2-419E-9A04-24B2F36326A1}" type="presOf" srcId="{EC6314AD-6734-4BB6-97FE-25462A12B83F}" destId="{3FE856D5-5EC9-4248-957E-CFF6E41F5D87}" srcOrd="0" destOrd="0" presId="urn:microsoft.com/office/officeart/2016/7/layout/LinearBlockProcessNumbered"/>
    <dgm:cxn modelId="{0FC0E184-5AB5-4193-ADC1-6FDF42835318}" type="presOf" srcId="{D3330AD3-3F63-4B92-8DEE-E42A030C9B18}" destId="{ED4E35CF-2E72-4713-9A66-76370600D3C5}" srcOrd="1" destOrd="0" presId="urn:microsoft.com/office/officeart/2016/7/layout/LinearBlockProcessNumbered"/>
    <dgm:cxn modelId="{9A4A3F93-E5A2-4906-9498-42EB9EC53AC9}" srcId="{9ED3AD41-B1EF-4781-963C-B46D1D9A96F0}" destId="{D3330AD3-3F63-4B92-8DEE-E42A030C9B18}" srcOrd="2" destOrd="0" parTransId="{89659175-54CE-4184-9570-1322E6868127}" sibTransId="{ACA1838E-04A9-4E1F-A351-7746554BE514}"/>
    <dgm:cxn modelId="{623D06A8-D8D5-4259-911D-1E3F02E14A3C}" type="presOf" srcId="{9ED3AD41-B1EF-4781-963C-B46D1D9A96F0}" destId="{ACFE4B89-C4F6-4A40-93AE-E08484E92970}" srcOrd="0" destOrd="0" presId="urn:microsoft.com/office/officeart/2016/7/layout/LinearBlockProcessNumbered"/>
    <dgm:cxn modelId="{BC7F8FBC-2221-44D4-A7DC-C7CFA02A033E}" type="presOf" srcId="{75FF1538-E1F7-462A-B11B-D500282F256D}" destId="{6DF32598-C7E1-41C3-BD5E-26FFB59231A6}" srcOrd="0" destOrd="0" presId="urn:microsoft.com/office/officeart/2016/7/layout/LinearBlockProcessNumbered"/>
    <dgm:cxn modelId="{BDAF93D0-312D-491E-9922-2858EE14CBD7}" type="presOf" srcId="{62ABEEC8-9633-40FC-9E26-155AA583C15D}" destId="{AEAD2DD1-D298-43A1-B613-D7BED600DB54}" srcOrd="0" destOrd="0" presId="urn:microsoft.com/office/officeart/2016/7/layout/LinearBlockProcessNumbered"/>
    <dgm:cxn modelId="{0F54B1FA-452E-4DC5-AA17-F0CDEF9CA541}" srcId="{9ED3AD41-B1EF-4781-963C-B46D1D9A96F0}" destId="{75FF1538-E1F7-462A-B11B-D500282F256D}" srcOrd="3" destOrd="0" parTransId="{92135541-5190-44C8-B5C5-D7D1CEC34ECB}" sibTransId="{62ABEEC8-9633-40FC-9E26-155AA583C15D}"/>
    <dgm:cxn modelId="{51EC1840-0E6A-4C24-8961-1CF9D8826A69}" type="presParOf" srcId="{ACFE4B89-C4F6-4A40-93AE-E08484E92970}" destId="{93127396-52D1-41B8-B394-CD218D18C35E}" srcOrd="0" destOrd="0" presId="urn:microsoft.com/office/officeart/2016/7/layout/LinearBlockProcessNumbered"/>
    <dgm:cxn modelId="{6138902D-5F01-448C-B271-4F40E37861F2}" type="presParOf" srcId="{93127396-52D1-41B8-B394-CD218D18C35E}" destId="{3FE856D5-5EC9-4248-957E-CFF6E41F5D87}" srcOrd="0" destOrd="0" presId="urn:microsoft.com/office/officeart/2016/7/layout/LinearBlockProcessNumbered"/>
    <dgm:cxn modelId="{1E79CA04-E7AF-472A-B5BF-531FB7DDB21F}" type="presParOf" srcId="{93127396-52D1-41B8-B394-CD218D18C35E}" destId="{F02C8DEC-EAE8-4F57-8544-4A4923E00961}" srcOrd="1" destOrd="0" presId="urn:microsoft.com/office/officeart/2016/7/layout/LinearBlockProcessNumbered"/>
    <dgm:cxn modelId="{24EB12DC-96D8-4323-863D-E916A5BF814B}" type="presParOf" srcId="{93127396-52D1-41B8-B394-CD218D18C35E}" destId="{96E35CB3-A86A-4FBA-97B3-25636474E96F}" srcOrd="2" destOrd="0" presId="urn:microsoft.com/office/officeart/2016/7/layout/LinearBlockProcessNumbered"/>
    <dgm:cxn modelId="{BEAF839D-C6C5-4158-A36B-A39F820279C6}" type="presParOf" srcId="{ACFE4B89-C4F6-4A40-93AE-E08484E92970}" destId="{05AD0ACA-BFE0-45DB-830D-B189325EBD6C}" srcOrd="1" destOrd="0" presId="urn:microsoft.com/office/officeart/2016/7/layout/LinearBlockProcessNumbered"/>
    <dgm:cxn modelId="{3C628C31-9BCB-44BE-BE4E-FEFDB68A5C9E}" type="presParOf" srcId="{ACFE4B89-C4F6-4A40-93AE-E08484E92970}" destId="{56D3763B-D5DA-42B7-B744-E9C9CAC77D95}" srcOrd="2" destOrd="0" presId="urn:microsoft.com/office/officeart/2016/7/layout/LinearBlockProcessNumbered"/>
    <dgm:cxn modelId="{1AFA3638-572D-4E61-A6CA-3D68E5BD1AA0}" type="presParOf" srcId="{56D3763B-D5DA-42B7-B744-E9C9CAC77D95}" destId="{46CC86ED-D508-442D-AF13-8BD624D038D2}" srcOrd="0" destOrd="0" presId="urn:microsoft.com/office/officeart/2016/7/layout/LinearBlockProcessNumbered"/>
    <dgm:cxn modelId="{03754DBF-FEC7-4F50-8F54-0C9C5F6F0C21}" type="presParOf" srcId="{56D3763B-D5DA-42B7-B744-E9C9CAC77D95}" destId="{7C26A6F4-FE82-48B5-B3A2-B7E95AC931F9}" srcOrd="1" destOrd="0" presId="urn:microsoft.com/office/officeart/2016/7/layout/LinearBlockProcessNumbered"/>
    <dgm:cxn modelId="{910D14A2-93F0-48B2-8B88-D27D6FB75049}" type="presParOf" srcId="{56D3763B-D5DA-42B7-B744-E9C9CAC77D95}" destId="{5478CBBB-A3BA-4788-A79D-796FE0BC3511}" srcOrd="2" destOrd="0" presId="urn:microsoft.com/office/officeart/2016/7/layout/LinearBlockProcessNumbered"/>
    <dgm:cxn modelId="{9F75FFC2-B256-4D51-ABF6-2AF7ADE599B9}" type="presParOf" srcId="{ACFE4B89-C4F6-4A40-93AE-E08484E92970}" destId="{74F82BD1-49A3-48A8-A12D-51DDC6083A5E}" srcOrd="3" destOrd="0" presId="urn:microsoft.com/office/officeart/2016/7/layout/LinearBlockProcessNumbered"/>
    <dgm:cxn modelId="{9919B85D-6773-45E1-9086-114AE0CA2FE4}" type="presParOf" srcId="{ACFE4B89-C4F6-4A40-93AE-E08484E92970}" destId="{45151B2D-D2DB-4C53-A211-433268F727D5}" srcOrd="4" destOrd="0" presId="urn:microsoft.com/office/officeart/2016/7/layout/LinearBlockProcessNumbered"/>
    <dgm:cxn modelId="{830CBE2A-F609-48D1-9A26-03A47495F90F}" type="presParOf" srcId="{45151B2D-D2DB-4C53-A211-433268F727D5}" destId="{0090A837-3DDA-4ACC-8D2A-8C10C84D58DA}" srcOrd="0" destOrd="0" presId="urn:microsoft.com/office/officeart/2016/7/layout/LinearBlockProcessNumbered"/>
    <dgm:cxn modelId="{E3EC040C-9ADA-4C2F-9937-A892486A13FA}" type="presParOf" srcId="{45151B2D-D2DB-4C53-A211-433268F727D5}" destId="{D2EFAAD6-A221-4539-A823-883BC428DA88}" srcOrd="1" destOrd="0" presId="urn:microsoft.com/office/officeart/2016/7/layout/LinearBlockProcessNumbered"/>
    <dgm:cxn modelId="{0E157285-42DF-44D5-BF39-5A4B74AB7F67}" type="presParOf" srcId="{45151B2D-D2DB-4C53-A211-433268F727D5}" destId="{ED4E35CF-2E72-4713-9A66-76370600D3C5}" srcOrd="2" destOrd="0" presId="urn:microsoft.com/office/officeart/2016/7/layout/LinearBlockProcessNumbered"/>
    <dgm:cxn modelId="{A2830264-4C27-42AD-A724-E2B8B49FF073}" type="presParOf" srcId="{ACFE4B89-C4F6-4A40-93AE-E08484E92970}" destId="{FD266C90-CBE6-41FD-842A-42A70A45F597}" srcOrd="5" destOrd="0" presId="urn:microsoft.com/office/officeart/2016/7/layout/LinearBlockProcessNumbered"/>
    <dgm:cxn modelId="{807ABA47-EA0D-4357-ADF6-FE313EDC599C}" type="presParOf" srcId="{ACFE4B89-C4F6-4A40-93AE-E08484E92970}" destId="{DA3B152F-D0DD-4D4B-A4D5-19E87052FB66}" srcOrd="6" destOrd="0" presId="urn:microsoft.com/office/officeart/2016/7/layout/LinearBlockProcessNumbered"/>
    <dgm:cxn modelId="{16F76F1E-2911-472B-9342-16D9479F2C4E}" type="presParOf" srcId="{DA3B152F-D0DD-4D4B-A4D5-19E87052FB66}" destId="{6DF32598-C7E1-41C3-BD5E-26FFB59231A6}" srcOrd="0" destOrd="0" presId="urn:microsoft.com/office/officeart/2016/7/layout/LinearBlockProcessNumbered"/>
    <dgm:cxn modelId="{2270A29B-F80E-4342-8B74-2C761B02B951}" type="presParOf" srcId="{DA3B152F-D0DD-4D4B-A4D5-19E87052FB66}" destId="{AEAD2DD1-D298-43A1-B613-D7BED600DB54}" srcOrd="1" destOrd="0" presId="urn:microsoft.com/office/officeart/2016/7/layout/LinearBlockProcessNumbered"/>
    <dgm:cxn modelId="{7B59AFC5-0379-4384-8B2E-B12199847E85}" type="presParOf" srcId="{DA3B152F-D0DD-4D4B-A4D5-19E87052FB66}" destId="{B8DF3680-11AA-4E94-9400-1D8741FCE7E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ABCAB12-B933-46E3-A1D6-2E91C3C4CC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6410C9-A81F-4873-8332-2E20C5E42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feature norm as a proxy for image quality.</a:t>
          </a:r>
        </a:p>
      </dgm:t>
    </dgm:pt>
    <dgm:pt modelId="{BC439C85-5F86-4BCB-8B7D-109F687B84BD}" type="parTrans" cxnId="{BB3850E8-F9AB-472A-9928-B48293DDB1CD}">
      <dgm:prSet/>
      <dgm:spPr/>
      <dgm:t>
        <a:bodyPr/>
        <a:lstStyle/>
        <a:p>
          <a:endParaRPr lang="en-US"/>
        </a:p>
      </dgm:t>
    </dgm:pt>
    <dgm:pt modelId="{F8DCB694-AEE3-44BC-A7AC-CC1E035D094A}" type="sibTrans" cxnId="{BB3850E8-F9AB-472A-9928-B48293DDB1CD}">
      <dgm:prSet/>
      <dgm:spPr/>
      <dgm:t>
        <a:bodyPr/>
        <a:lstStyle/>
        <a:p>
          <a:endParaRPr lang="en-US"/>
        </a:p>
      </dgm:t>
    </dgm:pt>
    <dgm:pt modelId="{7F367C15-02BA-4FE0-9D9B-EDF358B8E6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Assigns different importance to training samples based on quality.</a:t>
          </a:r>
        </a:p>
      </dgm:t>
    </dgm:pt>
    <dgm:pt modelId="{B751B241-8690-403E-938C-085D6B5648C4}" type="parTrans" cxnId="{9C3D11BC-647C-4F85-825B-F917D474E475}">
      <dgm:prSet/>
      <dgm:spPr/>
      <dgm:t>
        <a:bodyPr/>
        <a:lstStyle/>
        <a:p>
          <a:endParaRPr lang="en-US"/>
        </a:p>
      </dgm:t>
    </dgm:pt>
    <dgm:pt modelId="{10505D83-6C01-40FC-B8E0-902E547CDFB5}" type="sibTrans" cxnId="{9C3D11BC-647C-4F85-825B-F917D474E475}">
      <dgm:prSet/>
      <dgm:spPr/>
      <dgm:t>
        <a:bodyPr/>
        <a:lstStyle/>
        <a:p>
          <a:endParaRPr lang="en-US"/>
        </a:p>
      </dgm:t>
    </dgm:pt>
    <dgm:pt modelId="{B043F85C-A9C3-4CC9-9A48-2F85130FB3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High-quality images → Focus on hard samples.</a:t>
          </a:r>
        </a:p>
      </dgm:t>
    </dgm:pt>
    <dgm:pt modelId="{9F731086-70BE-48FA-991C-4821DE36C738}" type="parTrans" cxnId="{BC19A625-DCF2-4E18-9DA2-83DF4070CFF0}">
      <dgm:prSet/>
      <dgm:spPr/>
      <dgm:t>
        <a:bodyPr/>
        <a:lstStyle/>
        <a:p>
          <a:endParaRPr lang="en-US"/>
        </a:p>
      </dgm:t>
    </dgm:pt>
    <dgm:pt modelId="{02E00436-80FC-495D-9F9C-146074520DCC}" type="sibTrans" cxnId="{BC19A625-DCF2-4E18-9DA2-83DF4070CFF0}">
      <dgm:prSet/>
      <dgm:spPr/>
      <dgm:t>
        <a:bodyPr/>
        <a:lstStyle/>
        <a:p>
          <a:endParaRPr lang="en-US"/>
        </a:p>
      </dgm:t>
    </dgm:pt>
    <dgm:pt modelId="{D1E323D3-495A-469C-A0E3-130896090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Low-quality images → Avoid overfitting on noisy data.</a:t>
          </a:r>
        </a:p>
      </dgm:t>
    </dgm:pt>
    <dgm:pt modelId="{ACC27B4B-253D-4EB0-948E-E6CEEC8B8986}" type="parTrans" cxnId="{8541E48B-3D25-4422-9C43-6669A6B22177}">
      <dgm:prSet/>
      <dgm:spPr/>
      <dgm:t>
        <a:bodyPr/>
        <a:lstStyle/>
        <a:p>
          <a:endParaRPr lang="en-US"/>
        </a:p>
      </dgm:t>
    </dgm:pt>
    <dgm:pt modelId="{4A9E823E-AB46-46F6-BE75-231EB1EE3326}" type="sibTrans" cxnId="{8541E48B-3D25-4422-9C43-6669A6B22177}">
      <dgm:prSet/>
      <dgm:spPr/>
      <dgm:t>
        <a:bodyPr/>
        <a:lstStyle/>
        <a:p>
          <a:endParaRPr lang="en-US"/>
        </a:p>
      </dgm:t>
    </dgm:pt>
    <dgm:pt modelId="{D1E21E26-8980-4001-A56E-36EA3B6C74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performance on both high- and low-quality datasets.</a:t>
          </a:r>
        </a:p>
      </dgm:t>
    </dgm:pt>
    <dgm:pt modelId="{14CFF703-C904-492B-975D-CBE74821B186}" type="parTrans" cxnId="{BC838D6D-E670-4A98-B4BA-ED2F95AF5F99}">
      <dgm:prSet/>
      <dgm:spPr/>
      <dgm:t>
        <a:bodyPr/>
        <a:lstStyle/>
        <a:p>
          <a:endParaRPr lang="en-US"/>
        </a:p>
      </dgm:t>
    </dgm:pt>
    <dgm:pt modelId="{3CE032B2-1987-464C-B5B0-F3361ECC5827}" type="sibTrans" cxnId="{BC838D6D-E670-4A98-B4BA-ED2F95AF5F99}">
      <dgm:prSet/>
      <dgm:spPr/>
      <dgm:t>
        <a:bodyPr/>
        <a:lstStyle/>
        <a:p>
          <a:endParaRPr lang="en-US"/>
        </a:p>
      </dgm:t>
    </dgm:pt>
    <dgm:pt modelId="{96E64616-A030-458C-99DC-4DAE8C9442F3}" type="pres">
      <dgm:prSet presAssocID="{0ABCAB12-B933-46E3-A1D6-2E91C3C4CCCA}" presName="root" presStyleCnt="0">
        <dgm:presLayoutVars>
          <dgm:dir/>
          <dgm:resizeHandles val="exact"/>
        </dgm:presLayoutVars>
      </dgm:prSet>
      <dgm:spPr/>
    </dgm:pt>
    <dgm:pt modelId="{94D18C76-0ED5-421D-BCC0-F20DEAB5C889}" type="pres">
      <dgm:prSet presAssocID="{F46410C9-A81F-4873-8332-2E20C5E429AF}" presName="compNode" presStyleCnt="0"/>
      <dgm:spPr/>
    </dgm:pt>
    <dgm:pt modelId="{2698B6DD-F047-4156-88F4-2FE8CC4ED994}" type="pres">
      <dgm:prSet presAssocID="{F46410C9-A81F-4873-8332-2E20C5E429AF}" presName="bgRect" presStyleLbl="bgShp" presStyleIdx="0" presStyleCnt="5"/>
      <dgm:spPr/>
    </dgm:pt>
    <dgm:pt modelId="{F346C56C-024A-4075-AFCE-E5061BC69AA2}" type="pres">
      <dgm:prSet presAssocID="{F46410C9-A81F-4873-8332-2E20C5E429A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2651468D-2D62-461A-91B0-EA60DFE382C6}" type="pres">
      <dgm:prSet presAssocID="{F46410C9-A81F-4873-8332-2E20C5E429AF}" presName="spaceRect" presStyleCnt="0"/>
      <dgm:spPr/>
    </dgm:pt>
    <dgm:pt modelId="{0666BA28-1B9D-4235-B050-526971BCE5A5}" type="pres">
      <dgm:prSet presAssocID="{F46410C9-A81F-4873-8332-2E20C5E429AF}" presName="parTx" presStyleLbl="revTx" presStyleIdx="0" presStyleCnt="5">
        <dgm:presLayoutVars>
          <dgm:chMax val="0"/>
          <dgm:chPref val="0"/>
        </dgm:presLayoutVars>
      </dgm:prSet>
      <dgm:spPr/>
    </dgm:pt>
    <dgm:pt modelId="{864BECC1-B7D3-47A0-BA61-522783783E75}" type="pres">
      <dgm:prSet presAssocID="{F8DCB694-AEE3-44BC-A7AC-CC1E035D094A}" presName="sibTrans" presStyleCnt="0"/>
      <dgm:spPr/>
    </dgm:pt>
    <dgm:pt modelId="{321B1790-DA7D-4507-A9D5-F5268E825EFD}" type="pres">
      <dgm:prSet presAssocID="{7F367C15-02BA-4FE0-9D9B-EDF358B8E68E}" presName="compNode" presStyleCnt="0"/>
      <dgm:spPr/>
    </dgm:pt>
    <dgm:pt modelId="{0BEE940C-39AC-4E94-991B-5445F093D6C5}" type="pres">
      <dgm:prSet presAssocID="{7F367C15-02BA-4FE0-9D9B-EDF358B8E68E}" presName="bgRect" presStyleLbl="bgShp" presStyleIdx="1" presStyleCnt="5"/>
      <dgm:spPr/>
    </dgm:pt>
    <dgm:pt modelId="{0D92224E-B4D4-44E6-AE35-B03366B0D134}" type="pres">
      <dgm:prSet presAssocID="{7F367C15-02BA-4FE0-9D9B-EDF358B8E6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C623FCF6-D429-400B-A586-B1FE04F535FD}" type="pres">
      <dgm:prSet presAssocID="{7F367C15-02BA-4FE0-9D9B-EDF358B8E68E}" presName="spaceRect" presStyleCnt="0"/>
      <dgm:spPr/>
    </dgm:pt>
    <dgm:pt modelId="{B2D61DE9-956A-4930-9234-06A985168A32}" type="pres">
      <dgm:prSet presAssocID="{7F367C15-02BA-4FE0-9D9B-EDF358B8E68E}" presName="parTx" presStyleLbl="revTx" presStyleIdx="1" presStyleCnt="5">
        <dgm:presLayoutVars>
          <dgm:chMax val="0"/>
          <dgm:chPref val="0"/>
        </dgm:presLayoutVars>
      </dgm:prSet>
      <dgm:spPr/>
    </dgm:pt>
    <dgm:pt modelId="{8C2C171D-58D5-42BF-BED0-90D0BCC339C1}" type="pres">
      <dgm:prSet presAssocID="{10505D83-6C01-40FC-B8E0-902E547CDFB5}" presName="sibTrans" presStyleCnt="0"/>
      <dgm:spPr/>
    </dgm:pt>
    <dgm:pt modelId="{4841254B-F037-420E-BD11-EDDF6153B5F9}" type="pres">
      <dgm:prSet presAssocID="{B043F85C-A9C3-4CC9-9A48-2F85130FB350}" presName="compNode" presStyleCnt="0"/>
      <dgm:spPr/>
    </dgm:pt>
    <dgm:pt modelId="{43DEE21B-E0B2-45AA-8277-81EAF64C2EB7}" type="pres">
      <dgm:prSet presAssocID="{B043F85C-A9C3-4CC9-9A48-2F85130FB350}" presName="bgRect" presStyleLbl="bgShp" presStyleIdx="2" presStyleCnt="5"/>
      <dgm:spPr/>
    </dgm:pt>
    <dgm:pt modelId="{0E3E588D-7AEA-440A-98A9-39108CCD0A29}" type="pres">
      <dgm:prSet presAssocID="{B043F85C-A9C3-4CC9-9A48-2F85130FB3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10073548-42EF-4D37-8C30-633CFE6217D8}" type="pres">
      <dgm:prSet presAssocID="{B043F85C-A9C3-4CC9-9A48-2F85130FB350}" presName="spaceRect" presStyleCnt="0"/>
      <dgm:spPr/>
    </dgm:pt>
    <dgm:pt modelId="{151FFEA5-5752-426D-A51E-2BC2736EF900}" type="pres">
      <dgm:prSet presAssocID="{B043F85C-A9C3-4CC9-9A48-2F85130FB350}" presName="parTx" presStyleLbl="revTx" presStyleIdx="2" presStyleCnt="5">
        <dgm:presLayoutVars>
          <dgm:chMax val="0"/>
          <dgm:chPref val="0"/>
        </dgm:presLayoutVars>
      </dgm:prSet>
      <dgm:spPr/>
    </dgm:pt>
    <dgm:pt modelId="{13F738CA-C3BD-49F2-B5B3-CF31C3F4ACC4}" type="pres">
      <dgm:prSet presAssocID="{02E00436-80FC-495D-9F9C-146074520DCC}" presName="sibTrans" presStyleCnt="0"/>
      <dgm:spPr/>
    </dgm:pt>
    <dgm:pt modelId="{8375426E-1288-4F7A-9FFE-D96D1C4C3BFF}" type="pres">
      <dgm:prSet presAssocID="{D1E323D3-495A-469C-A0E3-130896090056}" presName="compNode" presStyleCnt="0"/>
      <dgm:spPr/>
    </dgm:pt>
    <dgm:pt modelId="{E1BEB3B1-A797-4003-8573-D765320F0A76}" type="pres">
      <dgm:prSet presAssocID="{D1E323D3-495A-469C-A0E3-130896090056}" presName="bgRect" presStyleLbl="bgShp" presStyleIdx="3" presStyleCnt="5"/>
      <dgm:spPr/>
    </dgm:pt>
    <dgm:pt modelId="{558BF249-AFD4-4E73-ACD8-90324B423A17}" type="pres">
      <dgm:prSet presAssocID="{D1E323D3-495A-469C-A0E3-1308960900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C1F72784-7FD1-4A87-84A3-3B77C25B0AF5}" type="pres">
      <dgm:prSet presAssocID="{D1E323D3-495A-469C-A0E3-130896090056}" presName="spaceRect" presStyleCnt="0"/>
      <dgm:spPr/>
    </dgm:pt>
    <dgm:pt modelId="{925614CB-4E24-46B0-B61C-04B43D3EC6D1}" type="pres">
      <dgm:prSet presAssocID="{D1E323D3-495A-469C-A0E3-130896090056}" presName="parTx" presStyleLbl="revTx" presStyleIdx="3" presStyleCnt="5">
        <dgm:presLayoutVars>
          <dgm:chMax val="0"/>
          <dgm:chPref val="0"/>
        </dgm:presLayoutVars>
      </dgm:prSet>
      <dgm:spPr/>
    </dgm:pt>
    <dgm:pt modelId="{B9413978-F338-49CB-81F9-F6720986B9B9}" type="pres">
      <dgm:prSet presAssocID="{4A9E823E-AB46-46F6-BE75-231EB1EE3326}" presName="sibTrans" presStyleCnt="0"/>
      <dgm:spPr/>
    </dgm:pt>
    <dgm:pt modelId="{F3346E0E-5784-4BD8-B950-6FB07904B023}" type="pres">
      <dgm:prSet presAssocID="{D1E21E26-8980-4001-A56E-36EA3B6C7472}" presName="compNode" presStyleCnt="0"/>
      <dgm:spPr/>
    </dgm:pt>
    <dgm:pt modelId="{159C0760-4BB1-46D3-8650-E62E9F639C32}" type="pres">
      <dgm:prSet presAssocID="{D1E21E26-8980-4001-A56E-36EA3B6C7472}" presName="bgRect" presStyleLbl="bgShp" presStyleIdx="4" presStyleCnt="5"/>
      <dgm:spPr/>
    </dgm:pt>
    <dgm:pt modelId="{ADF15459-A677-402F-8772-5AD6AB901951}" type="pres">
      <dgm:prSet presAssocID="{D1E21E26-8980-4001-A56E-36EA3B6C747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F658CD3-6541-4D96-8ACD-75CEC94E068D}" type="pres">
      <dgm:prSet presAssocID="{D1E21E26-8980-4001-A56E-36EA3B6C7472}" presName="spaceRect" presStyleCnt="0"/>
      <dgm:spPr/>
    </dgm:pt>
    <dgm:pt modelId="{F01F168A-796B-4137-9E08-66061211AF25}" type="pres">
      <dgm:prSet presAssocID="{D1E21E26-8980-4001-A56E-36EA3B6C747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18AFC14-E6DC-4AC4-BF6B-2C669D020BCB}" type="presOf" srcId="{0ABCAB12-B933-46E3-A1D6-2E91C3C4CCCA}" destId="{96E64616-A030-458C-99DC-4DAE8C9442F3}" srcOrd="0" destOrd="0" presId="urn:microsoft.com/office/officeart/2018/2/layout/IconVerticalSolidList"/>
    <dgm:cxn modelId="{BC19A625-DCF2-4E18-9DA2-83DF4070CFF0}" srcId="{0ABCAB12-B933-46E3-A1D6-2E91C3C4CCCA}" destId="{B043F85C-A9C3-4CC9-9A48-2F85130FB350}" srcOrd="2" destOrd="0" parTransId="{9F731086-70BE-48FA-991C-4821DE36C738}" sibTransId="{02E00436-80FC-495D-9F9C-146074520DCC}"/>
    <dgm:cxn modelId="{B0498061-744A-42D3-B4D5-09EF3E3A414B}" type="presOf" srcId="{F46410C9-A81F-4873-8332-2E20C5E429AF}" destId="{0666BA28-1B9D-4235-B050-526971BCE5A5}" srcOrd="0" destOrd="0" presId="urn:microsoft.com/office/officeart/2018/2/layout/IconVerticalSolidList"/>
    <dgm:cxn modelId="{BC838D6D-E670-4A98-B4BA-ED2F95AF5F99}" srcId="{0ABCAB12-B933-46E3-A1D6-2E91C3C4CCCA}" destId="{D1E21E26-8980-4001-A56E-36EA3B6C7472}" srcOrd="4" destOrd="0" parTransId="{14CFF703-C904-492B-975D-CBE74821B186}" sibTransId="{3CE032B2-1987-464C-B5B0-F3361ECC5827}"/>
    <dgm:cxn modelId="{2C239A6D-F75B-4318-B99F-6A31186408E0}" type="presOf" srcId="{7F367C15-02BA-4FE0-9D9B-EDF358B8E68E}" destId="{B2D61DE9-956A-4930-9234-06A985168A32}" srcOrd="0" destOrd="0" presId="urn:microsoft.com/office/officeart/2018/2/layout/IconVerticalSolidList"/>
    <dgm:cxn modelId="{8FD99558-B077-4D3D-AA3D-6A0C1E5BD9F4}" type="presOf" srcId="{D1E21E26-8980-4001-A56E-36EA3B6C7472}" destId="{F01F168A-796B-4137-9E08-66061211AF25}" srcOrd="0" destOrd="0" presId="urn:microsoft.com/office/officeart/2018/2/layout/IconVerticalSolidList"/>
    <dgm:cxn modelId="{8541E48B-3D25-4422-9C43-6669A6B22177}" srcId="{0ABCAB12-B933-46E3-A1D6-2E91C3C4CCCA}" destId="{D1E323D3-495A-469C-A0E3-130896090056}" srcOrd="3" destOrd="0" parTransId="{ACC27B4B-253D-4EB0-948E-E6CEEC8B8986}" sibTransId="{4A9E823E-AB46-46F6-BE75-231EB1EE3326}"/>
    <dgm:cxn modelId="{9C3D11BC-647C-4F85-825B-F917D474E475}" srcId="{0ABCAB12-B933-46E3-A1D6-2E91C3C4CCCA}" destId="{7F367C15-02BA-4FE0-9D9B-EDF358B8E68E}" srcOrd="1" destOrd="0" parTransId="{B751B241-8690-403E-938C-085D6B5648C4}" sibTransId="{10505D83-6C01-40FC-B8E0-902E547CDFB5}"/>
    <dgm:cxn modelId="{6D8B04CF-08F4-44D9-8497-67C071264672}" type="presOf" srcId="{D1E323D3-495A-469C-A0E3-130896090056}" destId="{925614CB-4E24-46B0-B61C-04B43D3EC6D1}" srcOrd="0" destOrd="0" presId="urn:microsoft.com/office/officeart/2018/2/layout/IconVerticalSolidList"/>
    <dgm:cxn modelId="{BB3850E8-F9AB-472A-9928-B48293DDB1CD}" srcId="{0ABCAB12-B933-46E3-A1D6-2E91C3C4CCCA}" destId="{F46410C9-A81F-4873-8332-2E20C5E429AF}" srcOrd="0" destOrd="0" parTransId="{BC439C85-5F86-4BCB-8B7D-109F687B84BD}" sibTransId="{F8DCB694-AEE3-44BC-A7AC-CC1E035D094A}"/>
    <dgm:cxn modelId="{5482A9EC-9ED4-4A1F-B3B7-5BA4B2F1F07E}" type="presOf" srcId="{B043F85C-A9C3-4CC9-9A48-2F85130FB350}" destId="{151FFEA5-5752-426D-A51E-2BC2736EF900}" srcOrd="0" destOrd="0" presId="urn:microsoft.com/office/officeart/2018/2/layout/IconVerticalSolidList"/>
    <dgm:cxn modelId="{A52A93EF-8C0E-4EED-9FD1-CD7410F18043}" type="presParOf" srcId="{96E64616-A030-458C-99DC-4DAE8C9442F3}" destId="{94D18C76-0ED5-421D-BCC0-F20DEAB5C889}" srcOrd="0" destOrd="0" presId="urn:microsoft.com/office/officeart/2018/2/layout/IconVerticalSolidList"/>
    <dgm:cxn modelId="{EBDF77FA-F1FF-4A29-8C52-B2A96DB29DD2}" type="presParOf" srcId="{94D18C76-0ED5-421D-BCC0-F20DEAB5C889}" destId="{2698B6DD-F047-4156-88F4-2FE8CC4ED994}" srcOrd="0" destOrd="0" presId="urn:microsoft.com/office/officeart/2018/2/layout/IconVerticalSolidList"/>
    <dgm:cxn modelId="{A43821E7-1552-4F01-AF1C-68CD0DDD712A}" type="presParOf" srcId="{94D18C76-0ED5-421D-BCC0-F20DEAB5C889}" destId="{F346C56C-024A-4075-AFCE-E5061BC69AA2}" srcOrd="1" destOrd="0" presId="urn:microsoft.com/office/officeart/2018/2/layout/IconVerticalSolidList"/>
    <dgm:cxn modelId="{83F3D87B-3D3C-4C17-BE2E-E4ACAA8D8C57}" type="presParOf" srcId="{94D18C76-0ED5-421D-BCC0-F20DEAB5C889}" destId="{2651468D-2D62-461A-91B0-EA60DFE382C6}" srcOrd="2" destOrd="0" presId="urn:microsoft.com/office/officeart/2018/2/layout/IconVerticalSolidList"/>
    <dgm:cxn modelId="{3D0A5B77-1D0C-468C-9856-29C5E7E94B93}" type="presParOf" srcId="{94D18C76-0ED5-421D-BCC0-F20DEAB5C889}" destId="{0666BA28-1B9D-4235-B050-526971BCE5A5}" srcOrd="3" destOrd="0" presId="urn:microsoft.com/office/officeart/2018/2/layout/IconVerticalSolidList"/>
    <dgm:cxn modelId="{0254BD63-C574-490A-9558-1D94EA0D4B8F}" type="presParOf" srcId="{96E64616-A030-458C-99DC-4DAE8C9442F3}" destId="{864BECC1-B7D3-47A0-BA61-522783783E75}" srcOrd="1" destOrd="0" presId="urn:microsoft.com/office/officeart/2018/2/layout/IconVerticalSolidList"/>
    <dgm:cxn modelId="{C1968765-CCC3-4E63-851E-0A0BD7015908}" type="presParOf" srcId="{96E64616-A030-458C-99DC-4DAE8C9442F3}" destId="{321B1790-DA7D-4507-A9D5-F5268E825EFD}" srcOrd="2" destOrd="0" presId="urn:microsoft.com/office/officeart/2018/2/layout/IconVerticalSolidList"/>
    <dgm:cxn modelId="{A2C221F3-8591-4938-9502-98060C66481D}" type="presParOf" srcId="{321B1790-DA7D-4507-A9D5-F5268E825EFD}" destId="{0BEE940C-39AC-4E94-991B-5445F093D6C5}" srcOrd="0" destOrd="0" presId="urn:microsoft.com/office/officeart/2018/2/layout/IconVerticalSolidList"/>
    <dgm:cxn modelId="{53B8FDA0-FC12-489F-8AFA-81ED99153813}" type="presParOf" srcId="{321B1790-DA7D-4507-A9D5-F5268E825EFD}" destId="{0D92224E-B4D4-44E6-AE35-B03366B0D134}" srcOrd="1" destOrd="0" presId="urn:microsoft.com/office/officeart/2018/2/layout/IconVerticalSolidList"/>
    <dgm:cxn modelId="{2F9CAE51-FA91-40A3-B6BF-666049D42D64}" type="presParOf" srcId="{321B1790-DA7D-4507-A9D5-F5268E825EFD}" destId="{C623FCF6-D429-400B-A586-B1FE04F535FD}" srcOrd="2" destOrd="0" presId="urn:microsoft.com/office/officeart/2018/2/layout/IconVerticalSolidList"/>
    <dgm:cxn modelId="{2BDBEC35-F110-461D-BA4A-7C47118A1692}" type="presParOf" srcId="{321B1790-DA7D-4507-A9D5-F5268E825EFD}" destId="{B2D61DE9-956A-4930-9234-06A985168A32}" srcOrd="3" destOrd="0" presId="urn:microsoft.com/office/officeart/2018/2/layout/IconVerticalSolidList"/>
    <dgm:cxn modelId="{0C8FBF4C-D74C-4DD6-BE99-5E9CB434588B}" type="presParOf" srcId="{96E64616-A030-458C-99DC-4DAE8C9442F3}" destId="{8C2C171D-58D5-42BF-BED0-90D0BCC339C1}" srcOrd="3" destOrd="0" presId="urn:microsoft.com/office/officeart/2018/2/layout/IconVerticalSolidList"/>
    <dgm:cxn modelId="{69DE97EB-1E9B-4057-B283-99F1E1700D72}" type="presParOf" srcId="{96E64616-A030-458C-99DC-4DAE8C9442F3}" destId="{4841254B-F037-420E-BD11-EDDF6153B5F9}" srcOrd="4" destOrd="0" presId="urn:microsoft.com/office/officeart/2018/2/layout/IconVerticalSolidList"/>
    <dgm:cxn modelId="{188CE6B2-6AEE-407C-A02C-C3EF2E10A949}" type="presParOf" srcId="{4841254B-F037-420E-BD11-EDDF6153B5F9}" destId="{43DEE21B-E0B2-45AA-8277-81EAF64C2EB7}" srcOrd="0" destOrd="0" presId="urn:microsoft.com/office/officeart/2018/2/layout/IconVerticalSolidList"/>
    <dgm:cxn modelId="{5E2A687C-FE50-48F5-B368-218BFFF6EDFE}" type="presParOf" srcId="{4841254B-F037-420E-BD11-EDDF6153B5F9}" destId="{0E3E588D-7AEA-440A-98A9-39108CCD0A29}" srcOrd="1" destOrd="0" presId="urn:microsoft.com/office/officeart/2018/2/layout/IconVerticalSolidList"/>
    <dgm:cxn modelId="{689F3A74-AA69-4592-A826-D01A76B30B95}" type="presParOf" srcId="{4841254B-F037-420E-BD11-EDDF6153B5F9}" destId="{10073548-42EF-4D37-8C30-633CFE6217D8}" srcOrd="2" destOrd="0" presId="urn:microsoft.com/office/officeart/2018/2/layout/IconVerticalSolidList"/>
    <dgm:cxn modelId="{1CDFCF97-FA56-4934-9010-7959A65F78F6}" type="presParOf" srcId="{4841254B-F037-420E-BD11-EDDF6153B5F9}" destId="{151FFEA5-5752-426D-A51E-2BC2736EF900}" srcOrd="3" destOrd="0" presId="urn:microsoft.com/office/officeart/2018/2/layout/IconVerticalSolidList"/>
    <dgm:cxn modelId="{32423B8D-1624-4536-B225-BA5FC54E16EB}" type="presParOf" srcId="{96E64616-A030-458C-99DC-4DAE8C9442F3}" destId="{13F738CA-C3BD-49F2-B5B3-CF31C3F4ACC4}" srcOrd="5" destOrd="0" presId="urn:microsoft.com/office/officeart/2018/2/layout/IconVerticalSolidList"/>
    <dgm:cxn modelId="{F481962D-A772-443A-927D-91C4412EA9F1}" type="presParOf" srcId="{96E64616-A030-458C-99DC-4DAE8C9442F3}" destId="{8375426E-1288-4F7A-9FFE-D96D1C4C3BFF}" srcOrd="6" destOrd="0" presId="urn:microsoft.com/office/officeart/2018/2/layout/IconVerticalSolidList"/>
    <dgm:cxn modelId="{9D2CD34C-0283-436E-AA0F-D314A20763FD}" type="presParOf" srcId="{8375426E-1288-4F7A-9FFE-D96D1C4C3BFF}" destId="{E1BEB3B1-A797-4003-8573-D765320F0A76}" srcOrd="0" destOrd="0" presId="urn:microsoft.com/office/officeart/2018/2/layout/IconVerticalSolidList"/>
    <dgm:cxn modelId="{6E5417E2-134C-4435-8D28-B83908ECA053}" type="presParOf" srcId="{8375426E-1288-4F7A-9FFE-D96D1C4C3BFF}" destId="{558BF249-AFD4-4E73-ACD8-90324B423A17}" srcOrd="1" destOrd="0" presId="urn:microsoft.com/office/officeart/2018/2/layout/IconVerticalSolidList"/>
    <dgm:cxn modelId="{4C21B971-2276-4EA3-9ABD-B59142DA42B5}" type="presParOf" srcId="{8375426E-1288-4F7A-9FFE-D96D1C4C3BFF}" destId="{C1F72784-7FD1-4A87-84A3-3B77C25B0AF5}" srcOrd="2" destOrd="0" presId="urn:microsoft.com/office/officeart/2018/2/layout/IconVerticalSolidList"/>
    <dgm:cxn modelId="{77DFBE6C-D809-407B-B06C-EBEBD1385CE1}" type="presParOf" srcId="{8375426E-1288-4F7A-9FFE-D96D1C4C3BFF}" destId="{925614CB-4E24-46B0-B61C-04B43D3EC6D1}" srcOrd="3" destOrd="0" presId="urn:microsoft.com/office/officeart/2018/2/layout/IconVerticalSolidList"/>
    <dgm:cxn modelId="{24FEAA7E-7E8A-46E8-9CF4-56673428375F}" type="presParOf" srcId="{96E64616-A030-458C-99DC-4DAE8C9442F3}" destId="{B9413978-F338-49CB-81F9-F6720986B9B9}" srcOrd="7" destOrd="0" presId="urn:microsoft.com/office/officeart/2018/2/layout/IconVerticalSolidList"/>
    <dgm:cxn modelId="{F4B573E1-A9A2-4EC6-B15E-C25C0F72C2CA}" type="presParOf" srcId="{96E64616-A030-458C-99DC-4DAE8C9442F3}" destId="{F3346E0E-5784-4BD8-B950-6FB07904B023}" srcOrd="8" destOrd="0" presId="urn:microsoft.com/office/officeart/2018/2/layout/IconVerticalSolidList"/>
    <dgm:cxn modelId="{3F452683-6128-4070-B76A-16A33FF03297}" type="presParOf" srcId="{F3346E0E-5784-4BD8-B950-6FB07904B023}" destId="{159C0760-4BB1-46D3-8650-E62E9F639C32}" srcOrd="0" destOrd="0" presId="urn:microsoft.com/office/officeart/2018/2/layout/IconVerticalSolidList"/>
    <dgm:cxn modelId="{F8BDDF9E-0DF3-474E-A876-E73E5F2AE2DB}" type="presParOf" srcId="{F3346E0E-5784-4BD8-B950-6FB07904B023}" destId="{ADF15459-A677-402F-8772-5AD6AB901951}" srcOrd="1" destOrd="0" presId="urn:microsoft.com/office/officeart/2018/2/layout/IconVerticalSolidList"/>
    <dgm:cxn modelId="{C4331824-2AB3-4EC7-9DDA-968E5369F05B}" type="presParOf" srcId="{F3346E0E-5784-4BD8-B950-6FB07904B023}" destId="{3F658CD3-6541-4D96-8ACD-75CEC94E068D}" srcOrd="2" destOrd="0" presId="urn:microsoft.com/office/officeart/2018/2/layout/IconVerticalSolidList"/>
    <dgm:cxn modelId="{A85067F1-DAEB-4372-A305-781C0006BDFB}" type="presParOf" srcId="{F3346E0E-5784-4BD8-B950-6FB07904B023}" destId="{F01F168A-796B-4137-9E08-66061211AF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84B25C-0D9D-4182-803A-6079971EF00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69EE68-9808-4BB6-A2DB-7FBE3D2B3A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Feature norm-based quality indicator:</a:t>
          </a:r>
        </a:p>
      </dgm:t>
    </dgm:pt>
    <dgm:pt modelId="{41A46223-A84F-4067-A986-DF32F8164D90}" type="parTrans" cxnId="{93FF90E6-E384-4A67-B0B9-7DA7102B3E3A}">
      <dgm:prSet/>
      <dgm:spPr/>
      <dgm:t>
        <a:bodyPr/>
        <a:lstStyle/>
        <a:p>
          <a:endParaRPr lang="en-US"/>
        </a:p>
      </dgm:t>
    </dgm:pt>
    <dgm:pt modelId="{A6F43C40-1155-4EBF-B3D1-F75E53876A40}" type="sibTrans" cxnId="{93FF90E6-E384-4A67-B0B9-7DA7102B3E3A}">
      <dgm:prSet/>
      <dgm:spPr/>
      <dgm:t>
        <a:bodyPr/>
        <a:lstStyle/>
        <a:p>
          <a:endParaRPr lang="en-US"/>
        </a:p>
      </dgm:t>
    </dgm:pt>
    <dgm:pt modelId="{03897493-DC2E-474C-AAA3-A93F2DCF01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ẑᵢ = (||zᵢ|| - μ_z) / (σ_z / h)</a:t>
          </a:r>
        </a:p>
      </dgm:t>
    </dgm:pt>
    <dgm:pt modelId="{B31D6965-61E5-46F5-A9AA-F1A28E02A54D}" type="parTrans" cxnId="{2B91E405-CC18-40A6-9D57-1239354449F5}">
      <dgm:prSet/>
      <dgm:spPr/>
      <dgm:t>
        <a:bodyPr/>
        <a:lstStyle/>
        <a:p>
          <a:endParaRPr lang="en-US"/>
        </a:p>
      </dgm:t>
    </dgm:pt>
    <dgm:pt modelId="{6E8442EC-7B9B-4CB5-9002-DF053D363B16}" type="sibTrans" cxnId="{2B91E405-CC18-40A6-9D57-1239354449F5}">
      <dgm:prSet/>
      <dgm:spPr/>
      <dgm:t>
        <a:bodyPr/>
        <a:lstStyle/>
        <a:p>
          <a:endParaRPr lang="en-US"/>
        </a:p>
      </dgm:t>
    </dgm:pt>
    <dgm:pt modelId="{3431521D-ED37-42D8-9AF2-D9B04172C7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Adaptive margin functions:</a:t>
          </a:r>
        </a:p>
      </dgm:t>
    </dgm:pt>
    <dgm:pt modelId="{A90C9F53-2FBE-4EA4-80C2-96CB6AC8FF15}" type="parTrans" cxnId="{6AD65437-3576-47D6-8122-E4E1BCB78D77}">
      <dgm:prSet/>
      <dgm:spPr/>
      <dgm:t>
        <a:bodyPr/>
        <a:lstStyle/>
        <a:p>
          <a:endParaRPr lang="en-US"/>
        </a:p>
      </dgm:t>
    </dgm:pt>
    <dgm:pt modelId="{C2993843-BF63-4544-8FD7-4637F5B08806}" type="sibTrans" cxnId="{6AD65437-3576-47D6-8122-E4E1BCB78D77}">
      <dgm:prSet/>
      <dgm:spPr/>
      <dgm:t>
        <a:bodyPr/>
        <a:lstStyle/>
        <a:p>
          <a:endParaRPr lang="en-US"/>
        </a:p>
      </dgm:t>
    </dgm:pt>
    <dgm:pt modelId="{2EB06D4E-56C1-465C-ACAA-55543E4990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g_angle = -m * ẑᵢ</a:t>
          </a:r>
        </a:p>
      </dgm:t>
    </dgm:pt>
    <dgm:pt modelId="{26E253DC-AD61-4C16-829B-1F0CEFA359C1}" type="parTrans" cxnId="{36818B75-FA5F-473E-AD00-09F290020366}">
      <dgm:prSet/>
      <dgm:spPr/>
      <dgm:t>
        <a:bodyPr/>
        <a:lstStyle/>
        <a:p>
          <a:endParaRPr lang="en-US"/>
        </a:p>
      </dgm:t>
    </dgm:pt>
    <dgm:pt modelId="{3F47C035-05D5-4014-B2C3-FFEE30F0D7C0}" type="sibTrans" cxnId="{36818B75-FA5F-473E-AD00-09F290020366}">
      <dgm:prSet/>
      <dgm:spPr/>
      <dgm:t>
        <a:bodyPr/>
        <a:lstStyle/>
        <a:p>
          <a:endParaRPr lang="en-US"/>
        </a:p>
      </dgm:t>
    </dgm:pt>
    <dgm:pt modelId="{2EA3CD31-D25D-467C-86D0-82AF8BD6B7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g_add = m * ẑᵢ + m</a:t>
          </a:r>
        </a:p>
      </dgm:t>
    </dgm:pt>
    <dgm:pt modelId="{82267191-5572-4183-B244-328067F05260}" type="parTrans" cxnId="{F66B2F30-CCC3-4D49-8E34-CC969C420876}">
      <dgm:prSet/>
      <dgm:spPr/>
      <dgm:t>
        <a:bodyPr/>
        <a:lstStyle/>
        <a:p>
          <a:endParaRPr lang="en-US"/>
        </a:p>
      </dgm:t>
    </dgm:pt>
    <dgm:pt modelId="{1E77455B-9990-407E-B63C-1EFDD1B1774E}" type="sibTrans" cxnId="{F66B2F30-CCC3-4D49-8E34-CC969C420876}">
      <dgm:prSet/>
      <dgm:spPr/>
      <dgm:t>
        <a:bodyPr/>
        <a:lstStyle/>
        <a:p>
          <a:endParaRPr lang="en-US"/>
        </a:p>
      </dgm:t>
    </dgm:pt>
    <dgm:pt modelId="{216B8F59-D7AD-46BD-9E4A-23316215BB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Final loss modification:</a:t>
          </a:r>
        </a:p>
      </dgm:t>
    </dgm:pt>
    <dgm:pt modelId="{75502F3E-C796-4CD9-AD8C-3E1C0D1FF0BF}" type="parTrans" cxnId="{B8BF2295-0458-43E8-959B-6295B6E891B2}">
      <dgm:prSet/>
      <dgm:spPr/>
      <dgm:t>
        <a:bodyPr/>
        <a:lstStyle/>
        <a:p>
          <a:endParaRPr lang="en-US"/>
        </a:p>
      </dgm:t>
    </dgm:pt>
    <dgm:pt modelId="{909369DC-9119-4B37-AA2F-9AAD1347AF42}" type="sibTrans" cxnId="{B8BF2295-0458-43E8-959B-6295B6E891B2}">
      <dgm:prSet/>
      <dgm:spPr/>
      <dgm:t>
        <a:bodyPr/>
        <a:lstStyle/>
        <a:p>
          <a:endParaRPr lang="en-US"/>
        </a:p>
      </dgm:t>
    </dgm:pt>
    <dgm:pt modelId="{291C8648-9391-489F-A17D-FAF05D9ED6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f(θ_j, m) = s cos(θ_j + g_angle) - g_add (if j=yᵢ)</a:t>
          </a:r>
        </a:p>
      </dgm:t>
    </dgm:pt>
    <dgm:pt modelId="{35645BB1-9EA9-4B56-BE55-4A34AC839E04}" type="parTrans" cxnId="{2431B9E9-41F1-4D7A-826A-C9D5A3B9D3FF}">
      <dgm:prSet/>
      <dgm:spPr/>
      <dgm:t>
        <a:bodyPr/>
        <a:lstStyle/>
        <a:p>
          <a:endParaRPr lang="en-US"/>
        </a:p>
      </dgm:t>
    </dgm:pt>
    <dgm:pt modelId="{D647AF88-7F03-4512-817E-BBE8F70AB400}" type="sibTrans" cxnId="{2431B9E9-41F1-4D7A-826A-C9D5A3B9D3FF}">
      <dgm:prSet/>
      <dgm:spPr/>
      <dgm:t>
        <a:bodyPr/>
        <a:lstStyle/>
        <a:p>
          <a:endParaRPr lang="en-US"/>
        </a:p>
      </dgm:t>
    </dgm:pt>
    <dgm:pt modelId="{A10F2F13-E343-41BF-B05C-B3BDFA36E832}" type="pres">
      <dgm:prSet presAssocID="{9684B25C-0D9D-4182-803A-6079971EF007}" presName="root" presStyleCnt="0">
        <dgm:presLayoutVars>
          <dgm:dir/>
          <dgm:resizeHandles val="exact"/>
        </dgm:presLayoutVars>
      </dgm:prSet>
      <dgm:spPr/>
    </dgm:pt>
    <dgm:pt modelId="{E0E60691-6952-4C19-A8E7-EB484FA4291C}" type="pres">
      <dgm:prSet presAssocID="{4769EE68-9808-4BB6-A2DB-7FBE3D2B3A0F}" presName="compNode" presStyleCnt="0"/>
      <dgm:spPr/>
    </dgm:pt>
    <dgm:pt modelId="{9247BA7F-D1DF-4BD8-A031-D68CC7C99F54}" type="pres">
      <dgm:prSet presAssocID="{4769EE68-9808-4BB6-A2DB-7FBE3D2B3A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by bottle"/>
        </a:ext>
      </dgm:extLst>
    </dgm:pt>
    <dgm:pt modelId="{7FB79A34-B968-4C7C-8FE2-1106A1FF81F4}" type="pres">
      <dgm:prSet presAssocID="{4769EE68-9808-4BB6-A2DB-7FBE3D2B3A0F}" presName="iconSpace" presStyleCnt="0"/>
      <dgm:spPr/>
    </dgm:pt>
    <dgm:pt modelId="{679D04A1-E6F7-4B14-8F93-A5577D65E4FC}" type="pres">
      <dgm:prSet presAssocID="{4769EE68-9808-4BB6-A2DB-7FBE3D2B3A0F}" presName="parTx" presStyleLbl="revTx" presStyleIdx="0" presStyleCnt="6">
        <dgm:presLayoutVars>
          <dgm:chMax val="0"/>
          <dgm:chPref val="0"/>
        </dgm:presLayoutVars>
      </dgm:prSet>
      <dgm:spPr/>
    </dgm:pt>
    <dgm:pt modelId="{A66C4228-A92D-417C-A039-6B3627D83C86}" type="pres">
      <dgm:prSet presAssocID="{4769EE68-9808-4BB6-A2DB-7FBE3D2B3A0F}" presName="txSpace" presStyleCnt="0"/>
      <dgm:spPr/>
    </dgm:pt>
    <dgm:pt modelId="{64B022A3-7269-4EEF-9745-9E25C928FE9C}" type="pres">
      <dgm:prSet presAssocID="{4769EE68-9808-4BB6-A2DB-7FBE3D2B3A0F}" presName="desTx" presStyleLbl="revTx" presStyleIdx="1" presStyleCnt="6">
        <dgm:presLayoutVars/>
      </dgm:prSet>
      <dgm:spPr/>
    </dgm:pt>
    <dgm:pt modelId="{FAF17A73-F175-4E6F-BA0D-7B4143FF1091}" type="pres">
      <dgm:prSet presAssocID="{A6F43C40-1155-4EBF-B3D1-F75E53876A40}" presName="sibTrans" presStyleCnt="0"/>
      <dgm:spPr/>
    </dgm:pt>
    <dgm:pt modelId="{90E68132-6101-4747-BEF5-97FDA347B117}" type="pres">
      <dgm:prSet presAssocID="{3431521D-ED37-42D8-9AF2-D9B04172C72C}" presName="compNode" presStyleCnt="0"/>
      <dgm:spPr/>
    </dgm:pt>
    <dgm:pt modelId="{928853FB-1188-4AEC-9239-2D7ADC7AE9A2}" type="pres">
      <dgm:prSet presAssocID="{3431521D-ED37-42D8-9AF2-D9B04172C7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8A6C077-7D57-4893-887B-AC991078923E}" type="pres">
      <dgm:prSet presAssocID="{3431521D-ED37-42D8-9AF2-D9B04172C72C}" presName="iconSpace" presStyleCnt="0"/>
      <dgm:spPr/>
    </dgm:pt>
    <dgm:pt modelId="{75E40BB8-D439-4D1E-A9D4-F029A312043E}" type="pres">
      <dgm:prSet presAssocID="{3431521D-ED37-42D8-9AF2-D9B04172C72C}" presName="parTx" presStyleLbl="revTx" presStyleIdx="2" presStyleCnt="6">
        <dgm:presLayoutVars>
          <dgm:chMax val="0"/>
          <dgm:chPref val="0"/>
        </dgm:presLayoutVars>
      </dgm:prSet>
      <dgm:spPr/>
    </dgm:pt>
    <dgm:pt modelId="{BB8DB0E3-ED8C-472F-8CCE-EE5C4F46DD2D}" type="pres">
      <dgm:prSet presAssocID="{3431521D-ED37-42D8-9AF2-D9B04172C72C}" presName="txSpace" presStyleCnt="0"/>
      <dgm:spPr/>
    </dgm:pt>
    <dgm:pt modelId="{EBDB57BE-772F-45DC-8562-30C4E9CDE040}" type="pres">
      <dgm:prSet presAssocID="{3431521D-ED37-42D8-9AF2-D9B04172C72C}" presName="desTx" presStyleLbl="revTx" presStyleIdx="3" presStyleCnt="6">
        <dgm:presLayoutVars/>
      </dgm:prSet>
      <dgm:spPr/>
    </dgm:pt>
    <dgm:pt modelId="{D241D097-9716-4D0E-9536-FB2C9CFC1B82}" type="pres">
      <dgm:prSet presAssocID="{C2993843-BF63-4544-8FD7-4637F5B08806}" presName="sibTrans" presStyleCnt="0"/>
      <dgm:spPr/>
    </dgm:pt>
    <dgm:pt modelId="{0FDC0650-BEC2-417A-BD2D-043EB02C64E8}" type="pres">
      <dgm:prSet presAssocID="{216B8F59-D7AD-46BD-9E4A-23316215BB74}" presName="compNode" presStyleCnt="0"/>
      <dgm:spPr/>
    </dgm:pt>
    <dgm:pt modelId="{760DF269-1B57-487F-9003-1D84C6C20BCF}" type="pres">
      <dgm:prSet presAssocID="{216B8F59-D7AD-46BD-9E4A-23316215BB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DB73F598-7EE3-4A72-8259-1968019A7AF8}" type="pres">
      <dgm:prSet presAssocID="{216B8F59-D7AD-46BD-9E4A-23316215BB74}" presName="iconSpace" presStyleCnt="0"/>
      <dgm:spPr/>
    </dgm:pt>
    <dgm:pt modelId="{F92D2D5A-BD70-465D-AEFF-D9609A4EDBCC}" type="pres">
      <dgm:prSet presAssocID="{216B8F59-D7AD-46BD-9E4A-23316215BB74}" presName="parTx" presStyleLbl="revTx" presStyleIdx="4" presStyleCnt="6">
        <dgm:presLayoutVars>
          <dgm:chMax val="0"/>
          <dgm:chPref val="0"/>
        </dgm:presLayoutVars>
      </dgm:prSet>
      <dgm:spPr/>
    </dgm:pt>
    <dgm:pt modelId="{04E21F9F-5B7F-439A-8B2D-3FFED11F582A}" type="pres">
      <dgm:prSet presAssocID="{216B8F59-D7AD-46BD-9E4A-23316215BB74}" presName="txSpace" presStyleCnt="0"/>
      <dgm:spPr/>
    </dgm:pt>
    <dgm:pt modelId="{AC364E30-21D6-4DE2-BE73-27A53055A210}" type="pres">
      <dgm:prSet presAssocID="{216B8F59-D7AD-46BD-9E4A-23316215BB74}" presName="desTx" presStyleLbl="revTx" presStyleIdx="5" presStyleCnt="6">
        <dgm:presLayoutVars/>
      </dgm:prSet>
      <dgm:spPr/>
    </dgm:pt>
  </dgm:ptLst>
  <dgm:cxnLst>
    <dgm:cxn modelId="{2B91E405-CC18-40A6-9D57-1239354449F5}" srcId="{4769EE68-9808-4BB6-A2DB-7FBE3D2B3A0F}" destId="{03897493-DC2E-474C-AAA3-A93F2DCF010B}" srcOrd="0" destOrd="0" parTransId="{B31D6965-61E5-46F5-A9AA-F1A28E02A54D}" sibTransId="{6E8442EC-7B9B-4CB5-9002-DF053D363B16}"/>
    <dgm:cxn modelId="{F66B2F30-CCC3-4D49-8E34-CC969C420876}" srcId="{3431521D-ED37-42D8-9AF2-D9B04172C72C}" destId="{2EA3CD31-D25D-467C-86D0-82AF8BD6B7C9}" srcOrd="1" destOrd="0" parTransId="{82267191-5572-4183-B244-328067F05260}" sibTransId="{1E77455B-9990-407E-B63C-1EFDD1B1774E}"/>
    <dgm:cxn modelId="{6AD65437-3576-47D6-8122-E4E1BCB78D77}" srcId="{9684B25C-0D9D-4182-803A-6079971EF007}" destId="{3431521D-ED37-42D8-9AF2-D9B04172C72C}" srcOrd="1" destOrd="0" parTransId="{A90C9F53-2FBE-4EA4-80C2-96CB6AC8FF15}" sibTransId="{C2993843-BF63-4544-8FD7-4637F5B08806}"/>
    <dgm:cxn modelId="{56418C42-DABE-4D18-9459-D20AD7B74A3B}" type="presOf" srcId="{2EA3CD31-D25D-467C-86D0-82AF8BD6B7C9}" destId="{EBDB57BE-772F-45DC-8562-30C4E9CDE040}" srcOrd="0" destOrd="1" presId="urn:microsoft.com/office/officeart/2018/2/layout/IconLabelDescriptionList"/>
    <dgm:cxn modelId="{36818B75-FA5F-473E-AD00-09F290020366}" srcId="{3431521D-ED37-42D8-9AF2-D9B04172C72C}" destId="{2EB06D4E-56C1-465C-ACAA-55543E4990AC}" srcOrd="0" destOrd="0" parTransId="{26E253DC-AD61-4C16-829B-1F0CEFA359C1}" sibTransId="{3F47C035-05D5-4014-B2C3-FFEE30F0D7C0}"/>
    <dgm:cxn modelId="{38E61783-0C34-4FF4-8F05-7309FB1005B3}" type="presOf" srcId="{9684B25C-0D9D-4182-803A-6079971EF007}" destId="{A10F2F13-E343-41BF-B05C-B3BDFA36E832}" srcOrd="0" destOrd="0" presId="urn:microsoft.com/office/officeart/2018/2/layout/IconLabelDescriptionList"/>
    <dgm:cxn modelId="{B8BF2295-0458-43E8-959B-6295B6E891B2}" srcId="{9684B25C-0D9D-4182-803A-6079971EF007}" destId="{216B8F59-D7AD-46BD-9E4A-23316215BB74}" srcOrd="2" destOrd="0" parTransId="{75502F3E-C796-4CD9-AD8C-3E1C0D1FF0BF}" sibTransId="{909369DC-9119-4B37-AA2F-9AAD1347AF42}"/>
    <dgm:cxn modelId="{4DF72AA3-F568-43DB-B39F-3F3FC2AFEFCF}" type="presOf" srcId="{4769EE68-9808-4BB6-A2DB-7FBE3D2B3A0F}" destId="{679D04A1-E6F7-4B14-8F93-A5577D65E4FC}" srcOrd="0" destOrd="0" presId="urn:microsoft.com/office/officeart/2018/2/layout/IconLabelDescriptionList"/>
    <dgm:cxn modelId="{A2FA46BD-31B8-40CE-8C99-B376E9E9C07F}" type="presOf" srcId="{216B8F59-D7AD-46BD-9E4A-23316215BB74}" destId="{F92D2D5A-BD70-465D-AEFF-D9609A4EDBCC}" srcOrd="0" destOrd="0" presId="urn:microsoft.com/office/officeart/2018/2/layout/IconLabelDescriptionList"/>
    <dgm:cxn modelId="{F9D553C0-59B4-4DA5-A278-465CE34A666D}" type="presOf" srcId="{3431521D-ED37-42D8-9AF2-D9B04172C72C}" destId="{75E40BB8-D439-4D1E-A9D4-F029A312043E}" srcOrd="0" destOrd="0" presId="urn:microsoft.com/office/officeart/2018/2/layout/IconLabelDescriptionList"/>
    <dgm:cxn modelId="{1A9A4AD6-CAE9-4AE4-B5B1-77703E8F9ED3}" type="presOf" srcId="{291C8648-9391-489F-A17D-FAF05D9ED62E}" destId="{AC364E30-21D6-4DE2-BE73-27A53055A210}" srcOrd="0" destOrd="0" presId="urn:microsoft.com/office/officeart/2018/2/layout/IconLabelDescriptionList"/>
    <dgm:cxn modelId="{6AE994E5-6CFC-4C23-9CB1-25B9F27E3EC9}" type="presOf" srcId="{03897493-DC2E-474C-AAA3-A93F2DCF010B}" destId="{64B022A3-7269-4EEF-9745-9E25C928FE9C}" srcOrd="0" destOrd="0" presId="urn:microsoft.com/office/officeart/2018/2/layout/IconLabelDescriptionList"/>
    <dgm:cxn modelId="{93FF90E6-E384-4A67-B0B9-7DA7102B3E3A}" srcId="{9684B25C-0D9D-4182-803A-6079971EF007}" destId="{4769EE68-9808-4BB6-A2DB-7FBE3D2B3A0F}" srcOrd="0" destOrd="0" parTransId="{41A46223-A84F-4067-A986-DF32F8164D90}" sibTransId="{A6F43C40-1155-4EBF-B3D1-F75E53876A40}"/>
    <dgm:cxn modelId="{2431B9E9-41F1-4D7A-826A-C9D5A3B9D3FF}" srcId="{216B8F59-D7AD-46BD-9E4A-23316215BB74}" destId="{291C8648-9391-489F-A17D-FAF05D9ED62E}" srcOrd="0" destOrd="0" parTransId="{35645BB1-9EA9-4B56-BE55-4A34AC839E04}" sibTransId="{D647AF88-7F03-4512-817E-BBE8F70AB400}"/>
    <dgm:cxn modelId="{828B1FF8-65D1-479A-82CA-E41DBF290AEB}" type="presOf" srcId="{2EB06D4E-56C1-465C-ACAA-55543E4990AC}" destId="{EBDB57BE-772F-45DC-8562-30C4E9CDE040}" srcOrd="0" destOrd="0" presId="urn:microsoft.com/office/officeart/2018/2/layout/IconLabelDescriptionList"/>
    <dgm:cxn modelId="{DA1EFA60-6D91-4C3D-97F2-B902479D482F}" type="presParOf" srcId="{A10F2F13-E343-41BF-B05C-B3BDFA36E832}" destId="{E0E60691-6952-4C19-A8E7-EB484FA4291C}" srcOrd="0" destOrd="0" presId="urn:microsoft.com/office/officeart/2018/2/layout/IconLabelDescriptionList"/>
    <dgm:cxn modelId="{A32DD166-A869-41A2-B9DE-81799433B3C0}" type="presParOf" srcId="{E0E60691-6952-4C19-A8E7-EB484FA4291C}" destId="{9247BA7F-D1DF-4BD8-A031-D68CC7C99F54}" srcOrd="0" destOrd="0" presId="urn:microsoft.com/office/officeart/2018/2/layout/IconLabelDescriptionList"/>
    <dgm:cxn modelId="{F6262769-F863-405B-89DD-5CC2E5A434F2}" type="presParOf" srcId="{E0E60691-6952-4C19-A8E7-EB484FA4291C}" destId="{7FB79A34-B968-4C7C-8FE2-1106A1FF81F4}" srcOrd="1" destOrd="0" presId="urn:microsoft.com/office/officeart/2018/2/layout/IconLabelDescriptionList"/>
    <dgm:cxn modelId="{201F5D73-2D1F-4E06-A20C-AEAD5D60B30E}" type="presParOf" srcId="{E0E60691-6952-4C19-A8E7-EB484FA4291C}" destId="{679D04A1-E6F7-4B14-8F93-A5577D65E4FC}" srcOrd="2" destOrd="0" presId="urn:microsoft.com/office/officeart/2018/2/layout/IconLabelDescriptionList"/>
    <dgm:cxn modelId="{62D78305-99FB-402F-A361-8164E34C79FC}" type="presParOf" srcId="{E0E60691-6952-4C19-A8E7-EB484FA4291C}" destId="{A66C4228-A92D-417C-A039-6B3627D83C86}" srcOrd="3" destOrd="0" presId="urn:microsoft.com/office/officeart/2018/2/layout/IconLabelDescriptionList"/>
    <dgm:cxn modelId="{237DD852-9683-4AB2-8059-2F1DAFA58BFD}" type="presParOf" srcId="{E0E60691-6952-4C19-A8E7-EB484FA4291C}" destId="{64B022A3-7269-4EEF-9745-9E25C928FE9C}" srcOrd="4" destOrd="0" presId="urn:microsoft.com/office/officeart/2018/2/layout/IconLabelDescriptionList"/>
    <dgm:cxn modelId="{A2BC97AF-9A23-4017-95C8-DCBF920D4B0D}" type="presParOf" srcId="{A10F2F13-E343-41BF-B05C-B3BDFA36E832}" destId="{FAF17A73-F175-4E6F-BA0D-7B4143FF1091}" srcOrd="1" destOrd="0" presId="urn:microsoft.com/office/officeart/2018/2/layout/IconLabelDescriptionList"/>
    <dgm:cxn modelId="{DC1BB0BD-57DF-4519-819C-FF80C1DC9177}" type="presParOf" srcId="{A10F2F13-E343-41BF-B05C-B3BDFA36E832}" destId="{90E68132-6101-4747-BEF5-97FDA347B117}" srcOrd="2" destOrd="0" presId="urn:microsoft.com/office/officeart/2018/2/layout/IconLabelDescriptionList"/>
    <dgm:cxn modelId="{C6C7CED1-239A-4563-8455-1A24619F1F00}" type="presParOf" srcId="{90E68132-6101-4747-BEF5-97FDA347B117}" destId="{928853FB-1188-4AEC-9239-2D7ADC7AE9A2}" srcOrd="0" destOrd="0" presId="urn:microsoft.com/office/officeart/2018/2/layout/IconLabelDescriptionList"/>
    <dgm:cxn modelId="{74E3896A-E78F-490A-83BC-82AB9EFF75DD}" type="presParOf" srcId="{90E68132-6101-4747-BEF5-97FDA347B117}" destId="{B8A6C077-7D57-4893-887B-AC991078923E}" srcOrd="1" destOrd="0" presId="urn:microsoft.com/office/officeart/2018/2/layout/IconLabelDescriptionList"/>
    <dgm:cxn modelId="{2ADB4BBC-C1AA-4BCF-AD44-1E962497A969}" type="presParOf" srcId="{90E68132-6101-4747-BEF5-97FDA347B117}" destId="{75E40BB8-D439-4D1E-A9D4-F029A312043E}" srcOrd="2" destOrd="0" presId="urn:microsoft.com/office/officeart/2018/2/layout/IconLabelDescriptionList"/>
    <dgm:cxn modelId="{56CCCB6F-F5CF-4378-B99C-06DF64FEE763}" type="presParOf" srcId="{90E68132-6101-4747-BEF5-97FDA347B117}" destId="{BB8DB0E3-ED8C-472F-8CCE-EE5C4F46DD2D}" srcOrd="3" destOrd="0" presId="urn:microsoft.com/office/officeart/2018/2/layout/IconLabelDescriptionList"/>
    <dgm:cxn modelId="{659F41C8-F21E-4150-8445-AE3ADAE3B9A0}" type="presParOf" srcId="{90E68132-6101-4747-BEF5-97FDA347B117}" destId="{EBDB57BE-772F-45DC-8562-30C4E9CDE040}" srcOrd="4" destOrd="0" presId="urn:microsoft.com/office/officeart/2018/2/layout/IconLabelDescriptionList"/>
    <dgm:cxn modelId="{123C1A38-79B7-4323-80A2-6B3AB1117174}" type="presParOf" srcId="{A10F2F13-E343-41BF-B05C-B3BDFA36E832}" destId="{D241D097-9716-4D0E-9536-FB2C9CFC1B82}" srcOrd="3" destOrd="0" presId="urn:microsoft.com/office/officeart/2018/2/layout/IconLabelDescriptionList"/>
    <dgm:cxn modelId="{BA9F9F60-5B68-4369-A75D-8D6AF460917E}" type="presParOf" srcId="{A10F2F13-E343-41BF-B05C-B3BDFA36E832}" destId="{0FDC0650-BEC2-417A-BD2D-043EB02C64E8}" srcOrd="4" destOrd="0" presId="urn:microsoft.com/office/officeart/2018/2/layout/IconLabelDescriptionList"/>
    <dgm:cxn modelId="{08C99E27-1F6A-4C55-BD4F-0CD3FEF292E0}" type="presParOf" srcId="{0FDC0650-BEC2-417A-BD2D-043EB02C64E8}" destId="{760DF269-1B57-487F-9003-1D84C6C20BCF}" srcOrd="0" destOrd="0" presId="urn:microsoft.com/office/officeart/2018/2/layout/IconLabelDescriptionList"/>
    <dgm:cxn modelId="{014F365A-1CC5-4195-9A69-073C45A02142}" type="presParOf" srcId="{0FDC0650-BEC2-417A-BD2D-043EB02C64E8}" destId="{DB73F598-7EE3-4A72-8259-1968019A7AF8}" srcOrd="1" destOrd="0" presId="urn:microsoft.com/office/officeart/2018/2/layout/IconLabelDescriptionList"/>
    <dgm:cxn modelId="{D415629C-0F8F-4117-B53B-FFB7014094AF}" type="presParOf" srcId="{0FDC0650-BEC2-417A-BD2D-043EB02C64E8}" destId="{F92D2D5A-BD70-465D-AEFF-D9609A4EDBCC}" srcOrd="2" destOrd="0" presId="urn:microsoft.com/office/officeart/2018/2/layout/IconLabelDescriptionList"/>
    <dgm:cxn modelId="{9C9D30F0-7B9D-4C82-AFCC-2A3BF4520990}" type="presParOf" srcId="{0FDC0650-BEC2-417A-BD2D-043EB02C64E8}" destId="{04E21F9F-5B7F-439A-8B2D-3FFED11F582A}" srcOrd="3" destOrd="0" presId="urn:microsoft.com/office/officeart/2018/2/layout/IconLabelDescriptionList"/>
    <dgm:cxn modelId="{113188B0-D8D7-44C7-8FE8-5549C8622F0C}" type="presParOf" srcId="{0FDC0650-BEC2-417A-BD2D-043EB02C64E8}" destId="{AC364E30-21D6-4DE2-BE73-27A53055A21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E3F7E6-7177-4E26-9348-E616198A70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8C38965-CB32-4E59-8017-FE7ECB6C6F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as a PyTorch loss function extending nn.Module.</a:t>
          </a:r>
        </a:p>
      </dgm:t>
    </dgm:pt>
    <dgm:pt modelId="{4D3C0B0E-48FE-41F5-AA0B-65AE3FF1DD40}" type="parTrans" cxnId="{796F24F1-22BC-4511-BC6A-9F92A9A4662D}">
      <dgm:prSet/>
      <dgm:spPr/>
      <dgm:t>
        <a:bodyPr/>
        <a:lstStyle/>
        <a:p>
          <a:endParaRPr lang="en-US"/>
        </a:p>
      </dgm:t>
    </dgm:pt>
    <dgm:pt modelId="{0615719B-891E-4984-8D2C-9F0621F19348}" type="sibTrans" cxnId="{796F24F1-22BC-4511-BC6A-9F92A9A4662D}">
      <dgm:prSet/>
      <dgm:spPr/>
      <dgm:t>
        <a:bodyPr/>
        <a:lstStyle/>
        <a:p>
          <a:endParaRPr lang="en-US"/>
        </a:p>
      </dgm:t>
    </dgm:pt>
    <dgm:pt modelId="{3AB6760C-320B-4FEC-B04A-ED29CA5336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Uses batch statistics to normalize feature norms.</a:t>
          </a:r>
        </a:p>
      </dgm:t>
    </dgm:pt>
    <dgm:pt modelId="{E1B030E1-93CA-42C8-AB54-EE8AA3585D0F}" type="parTrans" cxnId="{D164C096-7065-4AD6-86FE-848D942CAD67}">
      <dgm:prSet/>
      <dgm:spPr/>
      <dgm:t>
        <a:bodyPr/>
        <a:lstStyle/>
        <a:p>
          <a:endParaRPr lang="en-US"/>
        </a:p>
      </dgm:t>
    </dgm:pt>
    <dgm:pt modelId="{AA7C62B9-FFB9-4522-ADEF-BCA6C2126DCE}" type="sibTrans" cxnId="{D164C096-7065-4AD6-86FE-848D942CAD67}">
      <dgm:prSet/>
      <dgm:spPr/>
      <dgm:t>
        <a:bodyPr/>
        <a:lstStyle/>
        <a:p>
          <a:endParaRPr lang="en-US"/>
        </a:p>
      </dgm:t>
    </dgm:pt>
    <dgm:pt modelId="{BBEAB176-D7F7-4C3A-A959-BCB311AFF6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Dynamically modifies margin during training.</a:t>
          </a:r>
        </a:p>
      </dgm:t>
    </dgm:pt>
    <dgm:pt modelId="{AAA8FF6B-B102-4C82-BE8E-077518588965}" type="parTrans" cxnId="{8E87BC7D-1274-47BC-BE60-7DC68DB411E0}">
      <dgm:prSet/>
      <dgm:spPr/>
      <dgm:t>
        <a:bodyPr/>
        <a:lstStyle/>
        <a:p>
          <a:endParaRPr lang="en-US"/>
        </a:p>
      </dgm:t>
    </dgm:pt>
    <dgm:pt modelId="{AF44EF0D-3E91-4366-BB98-6854B56A0ADA}" type="sibTrans" cxnId="{8E87BC7D-1274-47BC-BE60-7DC68DB411E0}">
      <dgm:prSet/>
      <dgm:spPr/>
      <dgm:t>
        <a:bodyPr/>
        <a:lstStyle/>
        <a:p>
          <a:endParaRPr lang="en-US"/>
        </a:p>
      </dgm:t>
    </dgm:pt>
    <dgm:pt modelId="{E7CDB926-2789-4E91-A162-484197E7F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Code snippet is included in the report.</a:t>
          </a:r>
        </a:p>
      </dgm:t>
    </dgm:pt>
    <dgm:pt modelId="{15A94DF8-8F9C-4936-BD38-6FC8C0D415F0}" type="parTrans" cxnId="{BE4DDC09-AB44-4AE4-85DE-DAAE521578E5}">
      <dgm:prSet/>
      <dgm:spPr/>
      <dgm:t>
        <a:bodyPr/>
        <a:lstStyle/>
        <a:p>
          <a:endParaRPr lang="en-US"/>
        </a:p>
      </dgm:t>
    </dgm:pt>
    <dgm:pt modelId="{E46289D4-0E48-48EE-92AD-48AEBC8BB716}" type="sibTrans" cxnId="{BE4DDC09-AB44-4AE4-85DE-DAAE521578E5}">
      <dgm:prSet/>
      <dgm:spPr/>
      <dgm:t>
        <a:bodyPr/>
        <a:lstStyle/>
        <a:p>
          <a:endParaRPr lang="en-US"/>
        </a:p>
      </dgm:t>
    </dgm:pt>
    <dgm:pt modelId="{2A84866D-378D-4D35-89A2-C5E1581EFA28}" type="pres">
      <dgm:prSet presAssocID="{9CE3F7E6-7177-4E26-9348-E616198A70F4}" presName="root" presStyleCnt="0">
        <dgm:presLayoutVars>
          <dgm:dir/>
          <dgm:resizeHandles val="exact"/>
        </dgm:presLayoutVars>
      </dgm:prSet>
      <dgm:spPr/>
    </dgm:pt>
    <dgm:pt modelId="{1894163D-D636-438D-8AF4-BB6C0667D818}" type="pres">
      <dgm:prSet presAssocID="{38C38965-CB32-4E59-8017-FE7ECB6C6F55}" presName="compNode" presStyleCnt="0"/>
      <dgm:spPr/>
    </dgm:pt>
    <dgm:pt modelId="{FD2D68C9-85E5-4621-BD78-5A68B994971B}" type="pres">
      <dgm:prSet presAssocID="{38C38965-CB32-4E59-8017-FE7ECB6C6F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50D624D-0B5D-4E8C-B3A1-1C52BD17E0FE}" type="pres">
      <dgm:prSet presAssocID="{38C38965-CB32-4E59-8017-FE7ECB6C6F55}" presName="spaceRect" presStyleCnt="0"/>
      <dgm:spPr/>
    </dgm:pt>
    <dgm:pt modelId="{AD0B4D55-E0CD-4408-9A95-032F14BDEE77}" type="pres">
      <dgm:prSet presAssocID="{38C38965-CB32-4E59-8017-FE7ECB6C6F55}" presName="textRect" presStyleLbl="revTx" presStyleIdx="0" presStyleCnt="4">
        <dgm:presLayoutVars>
          <dgm:chMax val="1"/>
          <dgm:chPref val="1"/>
        </dgm:presLayoutVars>
      </dgm:prSet>
      <dgm:spPr/>
    </dgm:pt>
    <dgm:pt modelId="{237619FA-B379-4EC5-9189-221C50835243}" type="pres">
      <dgm:prSet presAssocID="{0615719B-891E-4984-8D2C-9F0621F19348}" presName="sibTrans" presStyleCnt="0"/>
      <dgm:spPr/>
    </dgm:pt>
    <dgm:pt modelId="{DC3B1919-1452-4F08-A3B9-C7386491DF94}" type="pres">
      <dgm:prSet presAssocID="{3AB6760C-320B-4FEC-B04A-ED29CA5336C3}" presName="compNode" presStyleCnt="0"/>
      <dgm:spPr/>
    </dgm:pt>
    <dgm:pt modelId="{53071862-191C-460A-96A7-9E851344929E}" type="pres">
      <dgm:prSet presAssocID="{3AB6760C-320B-4FEC-B04A-ED29CA5336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F9F5304-DF1A-4E54-8D5B-875BD1783D71}" type="pres">
      <dgm:prSet presAssocID="{3AB6760C-320B-4FEC-B04A-ED29CA5336C3}" presName="spaceRect" presStyleCnt="0"/>
      <dgm:spPr/>
    </dgm:pt>
    <dgm:pt modelId="{7BD47B53-DC7B-45C2-9DB6-AA068B8A97EC}" type="pres">
      <dgm:prSet presAssocID="{3AB6760C-320B-4FEC-B04A-ED29CA5336C3}" presName="textRect" presStyleLbl="revTx" presStyleIdx="1" presStyleCnt="4">
        <dgm:presLayoutVars>
          <dgm:chMax val="1"/>
          <dgm:chPref val="1"/>
        </dgm:presLayoutVars>
      </dgm:prSet>
      <dgm:spPr/>
    </dgm:pt>
    <dgm:pt modelId="{C9AF7AAA-9C44-4A54-8CF0-AB76AEF4650F}" type="pres">
      <dgm:prSet presAssocID="{AA7C62B9-FFB9-4522-ADEF-BCA6C2126DCE}" presName="sibTrans" presStyleCnt="0"/>
      <dgm:spPr/>
    </dgm:pt>
    <dgm:pt modelId="{8EBBE43D-0617-4E4F-AD7E-5904F621CA06}" type="pres">
      <dgm:prSet presAssocID="{BBEAB176-D7F7-4C3A-A959-BCB311AFF684}" presName="compNode" presStyleCnt="0"/>
      <dgm:spPr/>
    </dgm:pt>
    <dgm:pt modelId="{31676E11-7871-4AEF-B859-50A04DCEDE95}" type="pres">
      <dgm:prSet presAssocID="{BBEAB176-D7F7-4C3A-A959-BCB311AFF68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ler"/>
        </a:ext>
      </dgm:extLst>
    </dgm:pt>
    <dgm:pt modelId="{B4174FC5-17EC-473E-9BC2-FC6168CFEF3C}" type="pres">
      <dgm:prSet presAssocID="{BBEAB176-D7F7-4C3A-A959-BCB311AFF684}" presName="spaceRect" presStyleCnt="0"/>
      <dgm:spPr/>
    </dgm:pt>
    <dgm:pt modelId="{193D78FC-AE59-4A58-9567-7A09CA173E80}" type="pres">
      <dgm:prSet presAssocID="{BBEAB176-D7F7-4C3A-A959-BCB311AFF684}" presName="textRect" presStyleLbl="revTx" presStyleIdx="2" presStyleCnt="4">
        <dgm:presLayoutVars>
          <dgm:chMax val="1"/>
          <dgm:chPref val="1"/>
        </dgm:presLayoutVars>
      </dgm:prSet>
      <dgm:spPr/>
    </dgm:pt>
    <dgm:pt modelId="{5D56686C-B81E-4009-8E81-C495BCB86725}" type="pres">
      <dgm:prSet presAssocID="{AF44EF0D-3E91-4366-BB98-6854B56A0ADA}" presName="sibTrans" presStyleCnt="0"/>
      <dgm:spPr/>
    </dgm:pt>
    <dgm:pt modelId="{5B18FBCA-AE81-4B56-9327-A2C52B9EA12C}" type="pres">
      <dgm:prSet presAssocID="{E7CDB926-2789-4E91-A162-484197E7F295}" presName="compNode" presStyleCnt="0"/>
      <dgm:spPr/>
    </dgm:pt>
    <dgm:pt modelId="{EE498620-B998-4CBA-9092-82699544EB8A}" type="pres">
      <dgm:prSet presAssocID="{E7CDB926-2789-4E91-A162-484197E7F29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62F1B22-10A3-48D6-9A30-535B9F2108EA}" type="pres">
      <dgm:prSet presAssocID="{E7CDB926-2789-4E91-A162-484197E7F295}" presName="spaceRect" presStyleCnt="0"/>
      <dgm:spPr/>
    </dgm:pt>
    <dgm:pt modelId="{3A8E120D-6733-4018-B205-37AC7A8806FA}" type="pres">
      <dgm:prSet presAssocID="{E7CDB926-2789-4E91-A162-484197E7F29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E4DDC09-AB44-4AE4-85DE-DAAE521578E5}" srcId="{9CE3F7E6-7177-4E26-9348-E616198A70F4}" destId="{E7CDB926-2789-4E91-A162-484197E7F295}" srcOrd="3" destOrd="0" parTransId="{15A94DF8-8F9C-4936-BD38-6FC8C0D415F0}" sibTransId="{E46289D4-0E48-48EE-92AD-48AEBC8BB716}"/>
    <dgm:cxn modelId="{3E6EE310-68B2-49B7-9F0F-A131F81007DA}" type="presOf" srcId="{BBEAB176-D7F7-4C3A-A959-BCB311AFF684}" destId="{193D78FC-AE59-4A58-9567-7A09CA173E80}" srcOrd="0" destOrd="0" presId="urn:microsoft.com/office/officeart/2018/2/layout/IconLabelList"/>
    <dgm:cxn modelId="{39666732-F352-4B22-89A3-19E945F58646}" type="presOf" srcId="{E7CDB926-2789-4E91-A162-484197E7F295}" destId="{3A8E120D-6733-4018-B205-37AC7A8806FA}" srcOrd="0" destOrd="0" presId="urn:microsoft.com/office/officeart/2018/2/layout/IconLabelList"/>
    <dgm:cxn modelId="{CD8A7578-C764-4E2B-B9EB-DF588ABF7692}" type="presOf" srcId="{3AB6760C-320B-4FEC-B04A-ED29CA5336C3}" destId="{7BD47B53-DC7B-45C2-9DB6-AA068B8A97EC}" srcOrd="0" destOrd="0" presId="urn:microsoft.com/office/officeart/2018/2/layout/IconLabelList"/>
    <dgm:cxn modelId="{8E87BC7D-1274-47BC-BE60-7DC68DB411E0}" srcId="{9CE3F7E6-7177-4E26-9348-E616198A70F4}" destId="{BBEAB176-D7F7-4C3A-A959-BCB311AFF684}" srcOrd="2" destOrd="0" parTransId="{AAA8FF6B-B102-4C82-BE8E-077518588965}" sibTransId="{AF44EF0D-3E91-4366-BB98-6854B56A0ADA}"/>
    <dgm:cxn modelId="{C38F0E8E-4A03-4C59-A6E8-00A6A81F3E5B}" type="presOf" srcId="{38C38965-CB32-4E59-8017-FE7ECB6C6F55}" destId="{AD0B4D55-E0CD-4408-9A95-032F14BDEE77}" srcOrd="0" destOrd="0" presId="urn:microsoft.com/office/officeart/2018/2/layout/IconLabelList"/>
    <dgm:cxn modelId="{D164C096-7065-4AD6-86FE-848D942CAD67}" srcId="{9CE3F7E6-7177-4E26-9348-E616198A70F4}" destId="{3AB6760C-320B-4FEC-B04A-ED29CA5336C3}" srcOrd="1" destOrd="0" parTransId="{E1B030E1-93CA-42C8-AB54-EE8AA3585D0F}" sibTransId="{AA7C62B9-FFB9-4522-ADEF-BCA6C2126DCE}"/>
    <dgm:cxn modelId="{D711219A-571D-4134-A229-0C9510CA174C}" type="presOf" srcId="{9CE3F7E6-7177-4E26-9348-E616198A70F4}" destId="{2A84866D-378D-4D35-89A2-C5E1581EFA28}" srcOrd="0" destOrd="0" presId="urn:microsoft.com/office/officeart/2018/2/layout/IconLabelList"/>
    <dgm:cxn modelId="{796F24F1-22BC-4511-BC6A-9F92A9A4662D}" srcId="{9CE3F7E6-7177-4E26-9348-E616198A70F4}" destId="{38C38965-CB32-4E59-8017-FE7ECB6C6F55}" srcOrd="0" destOrd="0" parTransId="{4D3C0B0E-48FE-41F5-AA0B-65AE3FF1DD40}" sibTransId="{0615719B-891E-4984-8D2C-9F0621F19348}"/>
    <dgm:cxn modelId="{81832EEF-870C-478D-8843-7F325313722F}" type="presParOf" srcId="{2A84866D-378D-4D35-89A2-C5E1581EFA28}" destId="{1894163D-D636-438D-8AF4-BB6C0667D818}" srcOrd="0" destOrd="0" presId="urn:microsoft.com/office/officeart/2018/2/layout/IconLabelList"/>
    <dgm:cxn modelId="{5E8486B6-4866-42A7-9127-AFFBFD2C71A2}" type="presParOf" srcId="{1894163D-D636-438D-8AF4-BB6C0667D818}" destId="{FD2D68C9-85E5-4621-BD78-5A68B994971B}" srcOrd="0" destOrd="0" presId="urn:microsoft.com/office/officeart/2018/2/layout/IconLabelList"/>
    <dgm:cxn modelId="{ECBACF0E-540C-4558-B87E-21A0CDFCD249}" type="presParOf" srcId="{1894163D-D636-438D-8AF4-BB6C0667D818}" destId="{450D624D-0B5D-4E8C-B3A1-1C52BD17E0FE}" srcOrd="1" destOrd="0" presId="urn:microsoft.com/office/officeart/2018/2/layout/IconLabelList"/>
    <dgm:cxn modelId="{188E9C8E-25EE-49B6-97E4-D1E97BA2C0C5}" type="presParOf" srcId="{1894163D-D636-438D-8AF4-BB6C0667D818}" destId="{AD0B4D55-E0CD-4408-9A95-032F14BDEE77}" srcOrd="2" destOrd="0" presId="urn:microsoft.com/office/officeart/2018/2/layout/IconLabelList"/>
    <dgm:cxn modelId="{3BA6BC9E-7FFD-4EC6-A18A-35E437FAC049}" type="presParOf" srcId="{2A84866D-378D-4D35-89A2-C5E1581EFA28}" destId="{237619FA-B379-4EC5-9189-221C50835243}" srcOrd="1" destOrd="0" presId="urn:microsoft.com/office/officeart/2018/2/layout/IconLabelList"/>
    <dgm:cxn modelId="{E1693528-FA3E-4394-A7E1-9177C12CBED0}" type="presParOf" srcId="{2A84866D-378D-4D35-89A2-C5E1581EFA28}" destId="{DC3B1919-1452-4F08-A3B9-C7386491DF94}" srcOrd="2" destOrd="0" presId="urn:microsoft.com/office/officeart/2018/2/layout/IconLabelList"/>
    <dgm:cxn modelId="{4A208F3D-B816-48B0-A160-792586783FC2}" type="presParOf" srcId="{DC3B1919-1452-4F08-A3B9-C7386491DF94}" destId="{53071862-191C-460A-96A7-9E851344929E}" srcOrd="0" destOrd="0" presId="urn:microsoft.com/office/officeart/2018/2/layout/IconLabelList"/>
    <dgm:cxn modelId="{670DD40F-74B5-45A2-9C0C-183DCA99072B}" type="presParOf" srcId="{DC3B1919-1452-4F08-A3B9-C7386491DF94}" destId="{FF9F5304-DF1A-4E54-8D5B-875BD1783D71}" srcOrd="1" destOrd="0" presId="urn:microsoft.com/office/officeart/2018/2/layout/IconLabelList"/>
    <dgm:cxn modelId="{84CC7ADE-3DE1-40D9-9178-338E24AEA64F}" type="presParOf" srcId="{DC3B1919-1452-4F08-A3B9-C7386491DF94}" destId="{7BD47B53-DC7B-45C2-9DB6-AA068B8A97EC}" srcOrd="2" destOrd="0" presId="urn:microsoft.com/office/officeart/2018/2/layout/IconLabelList"/>
    <dgm:cxn modelId="{05167759-7DDD-407C-81E2-B332BBFE62F8}" type="presParOf" srcId="{2A84866D-378D-4D35-89A2-C5E1581EFA28}" destId="{C9AF7AAA-9C44-4A54-8CF0-AB76AEF4650F}" srcOrd="3" destOrd="0" presId="urn:microsoft.com/office/officeart/2018/2/layout/IconLabelList"/>
    <dgm:cxn modelId="{64FB8AF6-0E83-4745-94F3-1FDE452CE804}" type="presParOf" srcId="{2A84866D-378D-4D35-89A2-C5E1581EFA28}" destId="{8EBBE43D-0617-4E4F-AD7E-5904F621CA06}" srcOrd="4" destOrd="0" presId="urn:microsoft.com/office/officeart/2018/2/layout/IconLabelList"/>
    <dgm:cxn modelId="{3A499044-AA31-4B4F-BDE4-6889FA5B8F97}" type="presParOf" srcId="{8EBBE43D-0617-4E4F-AD7E-5904F621CA06}" destId="{31676E11-7871-4AEF-B859-50A04DCEDE95}" srcOrd="0" destOrd="0" presId="urn:microsoft.com/office/officeart/2018/2/layout/IconLabelList"/>
    <dgm:cxn modelId="{25ABB310-7C48-4D8B-978F-AB40789E158A}" type="presParOf" srcId="{8EBBE43D-0617-4E4F-AD7E-5904F621CA06}" destId="{B4174FC5-17EC-473E-9BC2-FC6168CFEF3C}" srcOrd="1" destOrd="0" presId="urn:microsoft.com/office/officeart/2018/2/layout/IconLabelList"/>
    <dgm:cxn modelId="{565F9473-F0CF-4916-B7FD-006F14E8508F}" type="presParOf" srcId="{8EBBE43D-0617-4E4F-AD7E-5904F621CA06}" destId="{193D78FC-AE59-4A58-9567-7A09CA173E80}" srcOrd="2" destOrd="0" presId="urn:microsoft.com/office/officeart/2018/2/layout/IconLabelList"/>
    <dgm:cxn modelId="{66406957-3035-446F-8F82-69413CCFDD4A}" type="presParOf" srcId="{2A84866D-378D-4D35-89A2-C5E1581EFA28}" destId="{5D56686C-B81E-4009-8E81-C495BCB86725}" srcOrd="5" destOrd="0" presId="urn:microsoft.com/office/officeart/2018/2/layout/IconLabelList"/>
    <dgm:cxn modelId="{6B94B4B6-E870-4CD5-BE56-526791BA4709}" type="presParOf" srcId="{2A84866D-378D-4D35-89A2-C5E1581EFA28}" destId="{5B18FBCA-AE81-4B56-9327-A2C52B9EA12C}" srcOrd="6" destOrd="0" presId="urn:microsoft.com/office/officeart/2018/2/layout/IconLabelList"/>
    <dgm:cxn modelId="{9F5E92B5-C696-40F2-9347-D86B5CE9CA4C}" type="presParOf" srcId="{5B18FBCA-AE81-4B56-9327-A2C52B9EA12C}" destId="{EE498620-B998-4CBA-9092-82699544EB8A}" srcOrd="0" destOrd="0" presId="urn:microsoft.com/office/officeart/2018/2/layout/IconLabelList"/>
    <dgm:cxn modelId="{8191A5CD-7CEA-40B9-B616-21A7D64D8FEC}" type="presParOf" srcId="{5B18FBCA-AE81-4B56-9327-A2C52B9EA12C}" destId="{B62F1B22-10A3-48D6-9A30-535B9F2108EA}" srcOrd="1" destOrd="0" presId="urn:microsoft.com/office/officeart/2018/2/layout/IconLabelList"/>
    <dgm:cxn modelId="{2046FE32-57BC-4D8E-948E-53CD2DB7160E}" type="presParOf" srcId="{5B18FBCA-AE81-4B56-9327-A2C52B9EA12C}" destId="{3A8E120D-6733-4018-B205-37AC7A8806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F14ABF-52E2-4502-A9C7-18BF184936F3}" type="doc">
      <dgm:prSet loTypeId="urn:microsoft.com/office/officeart/2005/8/layout/hierarchy2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D189CC1-300C-4710-B3F1-FF585922D50B}">
      <dgm:prSet/>
      <dgm:spPr/>
      <dgm:t>
        <a:bodyPr/>
        <a:lstStyle/>
        <a:p>
          <a:r>
            <a:rPr lang="en-US"/>
            <a:t>Datasets: MNIST (digits) and CIFAR-10 (images).</a:t>
          </a:r>
        </a:p>
      </dgm:t>
    </dgm:pt>
    <dgm:pt modelId="{05460136-3F00-4437-A10A-679FCF2171E8}" type="parTrans" cxnId="{A2619A74-E893-4ABB-9DD2-7A70D610BBC5}">
      <dgm:prSet/>
      <dgm:spPr/>
      <dgm:t>
        <a:bodyPr/>
        <a:lstStyle/>
        <a:p>
          <a:endParaRPr lang="en-US"/>
        </a:p>
      </dgm:t>
    </dgm:pt>
    <dgm:pt modelId="{2858B411-EBAB-4FAD-BC6C-ADC165D8E3F2}" type="sibTrans" cxnId="{A2619A74-E893-4ABB-9DD2-7A70D610BBC5}">
      <dgm:prSet/>
      <dgm:spPr/>
      <dgm:t>
        <a:bodyPr/>
        <a:lstStyle/>
        <a:p>
          <a:endParaRPr lang="en-US"/>
        </a:p>
      </dgm:t>
    </dgm:pt>
    <dgm:pt modelId="{61920FD0-B0B4-44A5-A790-08268EF1324A}">
      <dgm:prSet/>
      <dgm:spPr/>
      <dgm:t>
        <a:bodyPr/>
        <a:lstStyle/>
        <a:p>
          <a:r>
            <a:rPr lang="en-US"/>
            <a:t>CNN model with:</a:t>
          </a:r>
        </a:p>
      </dgm:t>
    </dgm:pt>
    <dgm:pt modelId="{27F64E2C-AA06-4BDD-B58C-F54036FE8445}" type="parTrans" cxnId="{51A08E09-C9B5-4131-AA92-05934F91436E}">
      <dgm:prSet/>
      <dgm:spPr/>
      <dgm:t>
        <a:bodyPr/>
        <a:lstStyle/>
        <a:p>
          <a:endParaRPr lang="en-US"/>
        </a:p>
      </dgm:t>
    </dgm:pt>
    <dgm:pt modelId="{6EA85D4E-12E8-44FC-8924-282618F48520}" type="sibTrans" cxnId="{51A08E09-C9B5-4131-AA92-05934F91436E}">
      <dgm:prSet/>
      <dgm:spPr/>
      <dgm:t>
        <a:bodyPr/>
        <a:lstStyle/>
        <a:p>
          <a:endParaRPr lang="en-US"/>
        </a:p>
      </dgm:t>
    </dgm:pt>
    <dgm:pt modelId="{48F5D1A4-3697-4F99-9F53-548B7C73B5AB}">
      <dgm:prSet/>
      <dgm:spPr/>
      <dgm:t>
        <a:bodyPr/>
        <a:lstStyle/>
        <a:p>
          <a:r>
            <a:rPr lang="en-US"/>
            <a:t>- Convolutional layers (ReLU, MaxPooling)</a:t>
          </a:r>
        </a:p>
      </dgm:t>
    </dgm:pt>
    <dgm:pt modelId="{8E5EB2C4-7A01-4DD5-B4B1-7EF5E3A59857}" type="parTrans" cxnId="{DAE7E2A1-9410-4883-8D73-23D4273B0EEE}">
      <dgm:prSet/>
      <dgm:spPr/>
      <dgm:t>
        <a:bodyPr/>
        <a:lstStyle/>
        <a:p>
          <a:endParaRPr lang="en-US"/>
        </a:p>
      </dgm:t>
    </dgm:pt>
    <dgm:pt modelId="{4EA7B921-EFC4-4C67-9656-F7D18A2275F1}" type="sibTrans" cxnId="{DAE7E2A1-9410-4883-8D73-23D4273B0EEE}">
      <dgm:prSet/>
      <dgm:spPr/>
      <dgm:t>
        <a:bodyPr/>
        <a:lstStyle/>
        <a:p>
          <a:endParaRPr lang="en-US"/>
        </a:p>
      </dgm:t>
    </dgm:pt>
    <dgm:pt modelId="{D0D6CFFB-0C8A-4658-8699-9693D9803BA2}">
      <dgm:prSet/>
      <dgm:spPr/>
      <dgm:t>
        <a:bodyPr/>
        <a:lstStyle/>
        <a:p>
          <a:r>
            <a:rPr lang="en-US"/>
            <a:t>- Fully connected layers</a:t>
          </a:r>
        </a:p>
      </dgm:t>
    </dgm:pt>
    <dgm:pt modelId="{BFAE8FCB-06A0-4765-9938-0EDB15516C69}" type="parTrans" cxnId="{9A841989-7E8A-42A7-AC69-6829B44B482F}">
      <dgm:prSet/>
      <dgm:spPr/>
      <dgm:t>
        <a:bodyPr/>
        <a:lstStyle/>
        <a:p>
          <a:endParaRPr lang="en-US"/>
        </a:p>
      </dgm:t>
    </dgm:pt>
    <dgm:pt modelId="{F82457C6-8E4D-498C-9B05-44B403388994}" type="sibTrans" cxnId="{9A841989-7E8A-42A7-AC69-6829B44B482F}">
      <dgm:prSet/>
      <dgm:spPr/>
      <dgm:t>
        <a:bodyPr/>
        <a:lstStyle/>
        <a:p>
          <a:endParaRPr lang="en-US"/>
        </a:p>
      </dgm:t>
    </dgm:pt>
    <dgm:pt modelId="{AE7C96CC-DFE5-4AB4-BEE3-C0A9A322C3A1}">
      <dgm:prSet/>
      <dgm:spPr/>
      <dgm:t>
        <a:bodyPr/>
        <a:lstStyle/>
        <a:p>
          <a:r>
            <a:rPr lang="en-US"/>
            <a:t>- Batch normalization &amp; dropout</a:t>
          </a:r>
        </a:p>
      </dgm:t>
    </dgm:pt>
    <dgm:pt modelId="{68C6A35F-7C74-462A-BD85-9CA72A541347}" type="parTrans" cxnId="{74D6FB88-0BDB-400F-BA4F-5B7DBE29487C}">
      <dgm:prSet/>
      <dgm:spPr/>
      <dgm:t>
        <a:bodyPr/>
        <a:lstStyle/>
        <a:p>
          <a:endParaRPr lang="en-US"/>
        </a:p>
      </dgm:t>
    </dgm:pt>
    <dgm:pt modelId="{E98CE218-DF3D-4AA5-AC80-18702C2FD464}" type="sibTrans" cxnId="{74D6FB88-0BDB-400F-BA4F-5B7DBE29487C}">
      <dgm:prSet/>
      <dgm:spPr/>
      <dgm:t>
        <a:bodyPr/>
        <a:lstStyle/>
        <a:p>
          <a:endParaRPr lang="en-US"/>
        </a:p>
      </dgm:t>
    </dgm:pt>
    <dgm:pt modelId="{82CBB909-50E9-4379-A210-B97174C6E69A}">
      <dgm:prSet/>
      <dgm:spPr/>
      <dgm:t>
        <a:bodyPr/>
        <a:lstStyle/>
        <a:p>
          <a:r>
            <a:rPr lang="en-US"/>
            <a:t>Trained using AdaLoss and compared against ArcLoss.</a:t>
          </a:r>
        </a:p>
      </dgm:t>
    </dgm:pt>
    <dgm:pt modelId="{18E7DB7C-3DB7-4191-BDE3-24B500C7AE66}" type="parTrans" cxnId="{017EC63B-F31C-4D43-B6F7-12E77DE6E90C}">
      <dgm:prSet/>
      <dgm:spPr/>
      <dgm:t>
        <a:bodyPr/>
        <a:lstStyle/>
        <a:p>
          <a:endParaRPr lang="en-US"/>
        </a:p>
      </dgm:t>
    </dgm:pt>
    <dgm:pt modelId="{9B38167C-5884-41D2-94A6-037B39DD3F64}" type="sibTrans" cxnId="{017EC63B-F31C-4D43-B6F7-12E77DE6E90C}">
      <dgm:prSet/>
      <dgm:spPr/>
      <dgm:t>
        <a:bodyPr/>
        <a:lstStyle/>
        <a:p>
          <a:endParaRPr lang="en-US"/>
        </a:p>
      </dgm:t>
    </dgm:pt>
    <dgm:pt modelId="{F8B42D20-D4FA-4ABE-A0EA-B28D076E9B73}" type="pres">
      <dgm:prSet presAssocID="{0AF14ABF-52E2-4502-A9C7-18BF184936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30A7B5C-DF8D-4854-AFDB-E9542000947E}" type="pres">
      <dgm:prSet presAssocID="{9D189CC1-300C-4710-B3F1-FF585922D50B}" presName="root1" presStyleCnt="0"/>
      <dgm:spPr/>
    </dgm:pt>
    <dgm:pt modelId="{A8CE20A2-8540-4059-B902-8F75B1F144B3}" type="pres">
      <dgm:prSet presAssocID="{9D189CC1-300C-4710-B3F1-FF585922D50B}" presName="LevelOneTextNode" presStyleLbl="node0" presStyleIdx="0" presStyleCnt="3">
        <dgm:presLayoutVars>
          <dgm:chPref val="3"/>
        </dgm:presLayoutVars>
      </dgm:prSet>
      <dgm:spPr/>
    </dgm:pt>
    <dgm:pt modelId="{3D53BDF2-ED40-4E49-BD79-CB8FE810BDC7}" type="pres">
      <dgm:prSet presAssocID="{9D189CC1-300C-4710-B3F1-FF585922D50B}" presName="level2hierChild" presStyleCnt="0"/>
      <dgm:spPr/>
    </dgm:pt>
    <dgm:pt modelId="{8C593DBE-0618-4B4D-A676-E2EB33DAD708}" type="pres">
      <dgm:prSet presAssocID="{61920FD0-B0B4-44A5-A790-08268EF1324A}" presName="root1" presStyleCnt="0"/>
      <dgm:spPr/>
    </dgm:pt>
    <dgm:pt modelId="{ACC67276-5CDC-4725-A863-810278337AC8}" type="pres">
      <dgm:prSet presAssocID="{61920FD0-B0B4-44A5-A790-08268EF1324A}" presName="LevelOneTextNode" presStyleLbl="node0" presStyleIdx="1" presStyleCnt="3">
        <dgm:presLayoutVars>
          <dgm:chPref val="3"/>
        </dgm:presLayoutVars>
      </dgm:prSet>
      <dgm:spPr/>
    </dgm:pt>
    <dgm:pt modelId="{93420902-C47C-464B-8A40-39640389D8BF}" type="pres">
      <dgm:prSet presAssocID="{61920FD0-B0B4-44A5-A790-08268EF1324A}" presName="level2hierChild" presStyleCnt="0"/>
      <dgm:spPr/>
    </dgm:pt>
    <dgm:pt modelId="{1D8F7786-862D-4D8D-B83D-B35304DEA979}" type="pres">
      <dgm:prSet presAssocID="{8E5EB2C4-7A01-4DD5-B4B1-7EF5E3A59857}" presName="conn2-1" presStyleLbl="parChTrans1D2" presStyleIdx="0" presStyleCnt="3"/>
      <dgm:spPr/>
    </dgm:pt>
    <dgm:pt modelId="{7F0A63E2-FE81-483E-A152-B37A86091180}" type="pres">
      <dgm:prSet presAssocID="{8E5EB2C4-7A01-4DD5-B4B1-7EF5E3A59857}" presName="connTx" presStyleLbl="parChTrans1D2" presStyleIdx="0" presStyleCnt="3"/>
      <dgm:spPr/>
    </dgm:pt>
    <dgm:pt modelId="{60D76AFF-705B-4AB1-857E-EF3409E1D36D}" type="pres">
      <dgm:prSet presAssocID="{48F5D1A4-3697-4F99-9F53-548B7C73B5AB}" presName="root2" presStyleCnt="0"/>
      <dgm:spPr/>
    </dgm:pt>
    <dgm:pt modelId="{5E97AAA7-C0C6-4565-8593-B4D464951E95}" type="pres">
      <dgm:prSet presAssocID="{48F5D1A4-3697-4F99-9F53-548B7C73B5AB}" presName="LevelTwoTextNode" presStyleLbl="node2" presStyleIdx="0" presStyleCnt="3">
        <dgm:presLayoutVars>
          <dgm:chPref val="3"/>
        </dgm:presLayoutVars>
      </dgm:prSet>
      <dgm:spPr/>
    </dgm:pt>
    <dgm:pt modelId="{D7E550D4-8CA1-41BB-BABD-D54FB9797956}" type="pres">
      <dgm:prSet presAssocID="{48F5D1A4-3697-4F99-9F53-548B7C73B5AB}" presName="level3hierChild" presStyleCnt="0"/>
      <dgm:spPr/>
    </dgm:pt>
    <dgm:pt modelId="{B627405D-BD38-4880-B6E4-C0BDCF307CCD}" type="pres">
      <dgm:prSet presAssocID="{BFAE8FCB-06A0-4765-9938-0EDB15516C69}" presName="conn2-1" presStyleLbl="parChTrans1D2" presStyleIdx="1" presStyleCnt="3"/>
      <dgm:spPr/>
    </dgm:pt>
    <dgm:pt modelId="{A94037FA-2550-4B3E-9D5E-1FCEA4141DD9}" type="pres">
      <dgm:prSet presAssocID="{BFAE8FCB-06A0-4765-9938-0EDB15516C69}" presName="connTx" presStyleLbl="parChTrans1D2" presStyleIdx="1" presStyleCnt="3"/>
      <dgm:spPr/>
    </dgm:pt>
    <dgm:pt modelId="{586CA8B0-338B-478D-84D6-A77308F1E062}" type="pres">
      <dgm:prSet presAssocID="{D0D6CFFB-0C8A-4658-8699-9693D9803BA2}" presName="root2" presStyleCnt="0"/>
      <dgm:spPr/>
    </dgm:pt>
    <dgm:pt modelId="{7AB098C6-8D97-4DAB-80C7-977A942DC87F}" type="pres">
      <dgm:prSet presAssocID="{D0D6CFFB-0C8A-4658-8699-9693D9803BA2}" presName="LevelTwoTextNode" presStyleLbl="node2" presStyleIdx="1" presStyleCnt="3">
        <dgm:presLayoutVars>
          <dgm:chPref val="3"/>
        </dgm:presLayoutVars>
      </dgm:prSet>
      <dgm:spPr/>
    </dgm:pt>
    <dgm:pt modelId="{32D2D549-9B89-42FD-9CF5-0DCA30798CDD}" type="pres">
      <dgm:prSet presAssocID="{D0D6CFFB-0C8A-4658-8699-9693D9803BA2}" presName="level3hierChild" presStyleCnt="0"/>
      <dgm:spPr/>
    </dgm:pt>
    <dgm:pt modelId="{7E8D2D19-44E7-486E-B6AA-E4DF7364DA33}" type="pres">
      <dgm:prSet presAssocID="{68C6A35F-7C74-462A-BD85-9CA72A541347}" presName="conn2-1" presStyleLbl="parChTrans1D2" presStyleIdx="2" presStyleCnt="3"/>
      <dgm:spPr/>
    </dgm:pt>
    <dgm:pt modelId="{B1BC8881-8A3A-478E-BF8D-E582D7567F2A}" type="pres">
      <dgm:prSet presAssocID="{68C6A35F-7C74-462A-BD85-9CA72A541347}" presName="connTx" presStyleLbl="parChTrans1D2" presStyleIdx="2" presStyleCnt="3"/>
      <dgm:spPr/>
    </dgm:pt>
    <dgm:pt modelId="{BE504ABC-45CC-430F-A283-137CABECE4F6}" type="pres">
      <dgm:prSet presAssocID="{AE7C96CC-DFE5-4AB4-BEE3-C0A9A322C3A1}" presName="root2" presStyleCnt="0"/>
      <dgm:spPr/>
    </dgm:pt>
    <dgm:pt modelId="{75540D5E-7E5D-4FB1-84A0-EAC1EB357969}" type="pres">
      <dgm:prSet presAssocID="{AE7C96CC-DFE5-4AB4-BEE3-C0A9A322C3A1}" presName="LevelTwoTextNode" presStyleLbl="node2" presStyleIdx="2" presStyleCnt="3">
        <dgm:presLayoutVars>
          <dgm:chPref val="3"/>
        </dgm:presLayoutVars>
      </dgm:prSet>
      <dgm:spPr/>
    </dgm:pt>
    <dgm:pt modelId="{53909DDC-2A7C-4007-8E57-0E0B4B06A3B0}" type="pres">
      <dgm:prSet presAssocID="{AE7C96CC-DFE5-4AB4-BEE3-C0A9A322C3A1}" presName="level3hierChild" presStyleCnt="0"/>
      <dgm:spPr/>
    </dgm:pt>
    <dgm:pt modelId="{49D7D1C4-ACC2-49C7-B850-B22F603FE42F}" type="pres">
      <dgm:prSet presAssocID="{82CBB909-50E9-4379-A210-B97174C6E69A}" presName="root1" presStyleCnt="0"/>
      <dgm:spPr/>
    </dgm:pt>
    <dgm:pt modelId="{38F31331-48A9-471C-A434-7DD0A0450EAD}" type="pres">
      <dgm:prSet presAssocID="{82CBB909-50E9-4379-A210-B97174C6E69A}" presName="LevelOneTextNode" presStyleLbl="node0" presStyleIdx="2" presStyleCnt="3">
        <dgm:presLayoutVars>
          <dgm:chPref val="3"/>
        </dgm:presLayoutVars>
      </dgm:prSet>
      <dgm:spPr/>
    </dgm:pt>
    <dgm:pt modelId="{873C244F-882F-4389-A2AC-DFCB63750C78}" type="pres">
      <dgm:prSet presAssocID="{82CBB909-50E9-4379-A210-B97174C6E69A}" presName="level2hierChild" presStyleCnt="0"/>
      <dgm:spPr/>
    </dgm:pt>
  </dgm:ptLst>
  <dgm:cxnLst>
    <dgm:cxn modelId="{51A08E09-C9B5-4131-AA92-05934F91436E}" srcId="{0AF14ABF-52E2-4502-A9C7-18BF184936F3}" destId="{61920FD0-B0B4-44A5-A790-08268EF1324A}" srcOrd="1" destOrd="0" parTransId="{27F64E2C-AA06-4BDD-B58C-F54036FE8445}" sibTransId="{6EA85D4E-12E8-44FC-8924-282618F48520}"/>
    <dgm:cxn modelId="{C638B917-AE73-43AA-8BC8-0CF498BD2DE2}" type="presOf" srcId="{D0D6CFFB-0C8A-4658-8699-9693D9803BA2}" destId="{7AB098C6-8D97-4DAB-80C7-977A942DC87F}" srcOrd="0" destOrd="0" presId="urn:microsoft.com/office/officeart/2005/8/layout/hierarchy2"/>
    <dgm:cxn modelId="{C081A82A-6064-4FBA-A3E3-1933E95B9D7C}" type="presOf" srcId="{8E5EB2C4-7A01-4DD5-B4B1-7EF5E3A59857}" destId="{7F0A63E2-FE81-483E-A152-B37A86091180}" srcOrd="1" destOrd="0" presId="urn:microsoft.com/office/officeart/2005/8/layout/hierarchy2"/>
    <dgm:cxn modelId="{9F4E582C-02A8-4A46-AA86-48B322529555}" type="presOf" srcId="{48F5D1A4-3697-4F99-9F53-548B7C73B5AB}" destId="{5E97AAA7-C0C6-4565-8593-B4D464951E95}" srcOrd="0" destOrd="0" presId="urn:microsoft.com/office/officeart/2005/8/layout/hierarchy2"/>
    <dgm:cxn modelId="{017EC63B-F31C-4D43-B6F7-12E77DE6E90C}" srcId="{0AF14ABF-52E2-4502-A9C7-18BF184936F3}" destId="{82CBB909-50E9-4379-A210-B97174C6E69A}" srcOrd="2" destOrd="0" parTransId="{18E7DB7C-3DB7-4191-BDE3-24B500C7AE66}" sibTransId="{9B38167C-5884-41D2-94A6-037B39DD3F64}"/>
    <dgm:cxn modelId="{EE93A764-9E4F-4197-BA07-9D3293563348}" type="presOf" srcId="{BFAE8FCB-06A0-4765-9938-0EDB15516C69}" destId="{B627405D-BD38-4880-B6E4-C0BDCF307CCD}" srcOrd="0" destOrd="0" presId="urn:microsoft.com/office/officeart/2005/8/layout/hierarchy2"/>
    <dgm:cxn modelId="{DA5B084C-4405-492F-BD66-9E17AA6DF39D}" type="presOf" srcId="{82CBB909-50E9-4379-A210-B97174C6E69A}" destId="{38F31331-48A9-471C-A434-7DD0A0450EAD}" srcOrd="0" destOrd="0" presId="urn:microsoft.com/office/officeart/2005/8/layout/hierarchy2"/>
    <dgm:cxn modelId="{A2619A74-E893-4ABB-9DD2-7A70D610BBC5}" srcId="{0AF14ABF-52E2-4502-A9C7-18BF184936F3}" destId="{9D189CC1-300C-4710-B3F1-FF585922D50B}" srcOrd="0" destOrd="0" parTransId="{05460136-3F00-4437-A10A-679FCF2171E8}" sibTransId="{2858B411-EBAB-4FAD-BC6C-ADC165D8E3F2}"/>
    <dgm:cxn modelId="{33930F55-32CD-4E4D-B308-DE4C60F30F19}" type="presOf" srcId="{BFAE8FCB-06A0-4765-9938-0EDB15516C69}" destId="{A94037FA-2550-4B3E-9D5E-1FCEA4141DD9}" srcOrd="1" destOrd="0" presId="urn:microsoft.com/office/officeart/2005/8/layout/hierarchy2"/>
    <dgm:cxn modelId="{C29A557B-7158-439B-9A43-4CE4FA0EB75D}" type="presOf" srcId="{0AF14ABF-52E2-4502-A9C7-18BF184936F3}" destId="{F8B42D20-D4FA-4ABE-A0EA-B28D076E9B73}" srcOrd="0" destOrd="0" presId="urn:microsoft.com/office/officeart/2005/8/layout/hierarchy2"/>
    <dgm:cxn modelId="{57D51788-7F88-4B2D-8A1A-C12469B2315C}" type="presOf" srcId="{8E5EB2C4-7A01-4DD5-B4B1-7EF5E3A59857}" destId="{1D8F7786-862D-4D8D-B83D-B35304DEA979}" srcOrd="0" destOrd="0" presId="urn:microsoft.com/office/officeart/2005/8/layout/hierarchy2"/>
    <dgm:cxn modelId="{74D6FB88-0BDB-400F-BA4F-5B7DBE29487C}" srcId="{61920FD0-B0B4-44A5-A790-08268EF1324A}" destId="{AE7C96CC-DFE5-4AB4-BEE3-C0A9A322C3A1}" srcOrd="2" destOrd="0" parTransId="{68C6A35F-7C74-462A-BD85-9CA72A541347}" sibTransId="{E98CE218-DF3D-4AA5-AC80-18702C2FD464}"/>
    <dgm:cxn modelId="{9A841989-7E8A-42A7-AC69-6829B44B482F}" srcId="{61920FD0-B0B4-44A5-A790-08268EF1324A}" destId="{D0D6CFFB-0C8A-4658-8699-9693D9803BA2}" srcOrd="1" destOrd="0" parTransId="{BFAE8FCB-06A0-4765-9938-0EDB15516C69}" sibTransId="{F82457C6-8E4D-498C-9B05-44B403388994}"/>
    <dgm:cxn modelId="{EFA0048F-370C-48DC-9574-86C993F9F7EB}" type="presOf" srcId="{9D189CC1-300C-4710-B3F1-FF585922D50B}" destId="{A8CE20A2-8540-4059-B902-8F75B1F144B3}" srcOrd="0" destOrd="0" presId="urn:microsoft.com/office/officeart/2005/8/layout/hierarchy2"/>
    <dgm:cxn modelId="{DA8AC595-1A3F-4031-AB6A-9AB474B3DFB3}" type="presOf" srcId="{68C6A35F-7C74-462A-BD85-9CA72A541347}" destId="{B1BC8881-8A3A-478E-BF8D-E582D7567F2A}" srcOrd="1" destOrd="0" presId="urn:microsoft.com/office/officeart/2005/8/layout/hierarchy2"/>
    <dgm:cxn modelId="{DAE7E2A1-9410-4883-8D73-23D4273B0EEE}" srcId="{61920FD0-B0B4-44A5-A790-08268EF1324A}" destId="{48F5D1A4-3697-4F99-9F53-548B7C73B5AB}" srcOrd="0" destOrd="0" parTransId="{8E5EB2C4-7A01-4DD5-B4B1-7EF5E3A59857}" sibTransId="{4EA7B921-EFC4-4C67-9656-F7D18A2275F1}"/>
    <dgm:cxn modelId="{900CF7DF-2C59-4471-A255-D4915B90E333}" type="presOf" srcId="{61920FD0-B0B4-44A5-A790-08268EF1324A}" destId="{ACC67276-5CDC-4725-A863-810278337AC8}" srcOrd="0" destOrd="0" presId="urn:microsoft.com/office/officeart/2005/8/layout/hierarchy2"/>
    <dgm:cxn modelId="{CD5F0AF3-6346-4B45-8DCA-F0EA9594C9E9}" type="presOf" srcId="{AE7C96CC-DFE5-4AB4-BEE3-C0A9A322C3A1}" destId="{75540D5E-7E5D-4FB1-84A0-EAC1EB357969}" srcOrd="0" destOrd="0" presId="urn:microsoft.com/office/officeart/2005/8/layout/hierarchy2"/>
    <dgm:cxn modelId="{D11064F5-7FBB-4D9D-90FB-99D01E200366}" type="presOf" srcId="{68C6A35F-7C74-462A-BD85-9CA72A541347}" destId="{7E8D2D19-44E7-486E-B6AA-E4DF7364DA33}" srcOrd="0" destOrd="0" presId="urn:microsoft.com/office/officeart/2005/8/layout/hierarchy2"/>
    <dgm:cxn modelId="{FABC3E25-CD37-4521-8E79-720561CB2BF6}" type="presParOf" srcId="{F8B42D20-D4FA-4ABE-A0EA-B28D076E9B73}" destId="{430A7B5C-DF8D-4854-AFDB-E9542000947E}" srcOrd="0" destOrd="0" presId="urn:microsoft.com/office/officeart/2005/8/layout/hierarchy2"/>
    <dgm:cxn modelId="{5D1A5D3E-FC11-4841-AD97-656E8EB1EAD7}" type="presParOf" srcId="{430A7B5C-DF8D-4854-AFDB-E9542000947E}" destId="{A8CE20A2-8540-4059-B902-8F75B1F144B3}" srcOrd="0" destOrd="0" presId="urn:microsoft.com/office/officeart/2005/8/layout/hierarchy2"/>
    <dgm:cxn modelId="{4CEEB808-3DA6-43E2-B38A-E4A80DA53CC8}" type="presParOf" srcId="{430A7B5C-DF8D-4854-AFDB-E9542000947E}" destId="{3D53BDF2-ED40-4E49-BD79-CB8FE810BDC7}" srcOrd="1" destOrd="0" presId="urn:microsoft.com/office/officeart/2005/8/layout/hierarchy2"/>
    <dgm:cxn modelId="{DB846711-3C47-404E-9CDD-372CD6E6B20E}" type="presParOf" srcId="{F8B42D20-D4FA-4ABE-A0EA-B28D076E9B73}" destId="{8C593DBE-0618-4B4D-A676-E2EB33DAD708}" srcOrd="1" destOrd="0" presId="urn:microsoft.com/office/officeart/2005/8/layout/hierarchy2"/>
    <dgm:cxn modelId="{E912BC14-915D-49AC-B976-177C4033E2E9}" type="presParOf" srcId="{8C593DBE-0618-4B4D-A676-E2EB33DAD708}" destId="{ACC67276-5CDC-4725-A863-810278337AC8}" srcOrd="0" destOrd="0" presId="urn:microsoft.com/office/officeart/2005/8/layout/hierarchy2"/>
    <dgm:cxn modelId="{152594D7-199C-427F-BFCA-388536989A87}" type="presParOf" srcId="{8C593DBE-0618-4B4D-A676-E2EB33DAD708}" destId="{93420902-C47C-464B-8A40-39640389D8BF}" srcOrd="1" destOrd="0" presId="urn:microsoft.com/office/officeart/2005/8/layout/hierarchy2"/>
    <dgm:cxn modelId="{54F4885E-FDE1-490D-ABEE-67C9AEA2A3DB}" type="presParOf" srcId="{93420902-C47C-464B-8A40-39640389D8BF}" destId="{1D8F7786-862D-4D8D-B83D-B35304DEA979}" srcOrd="0" destOrd="0" presId="urn:microsoft.com/office/officeart/2005/8/layout/hierarchy2"/>
    <dgm:cxn modelId="{0EAE6424-B37A-41E9-832E-6A25AC4B10B3}" type="presParOf" srcId="{1D8F7786-862D-4D8D-B83D-B35304DEA979}" destId="{7F0A63E2-FE81-483E-A152-B37A86091180}" srcOrd="0" destOrd="0" presId="urn:microsoft.com/office/officeart/2005/8/layout/hierarchy2"/>
    <dgm:cxn modelId="{A4AEEB1A-F569-4E53-B905-592C0B880E10}" type="presParOf" srcId="{93420902-C47C-464B-8A40-39640389D8BF}" destId="{60D76AFF-705B-4AB1-857E-EF3409E1D36D}" srcOrd="1" destOrd="0" presId="urn:microsoft.com/office/officeart/2005/8/layout/hierarchy2"/>
    <dgm:cxn modelId="{4459EFED-0ACF-47C9-9A40-312BAB797B4D}" type="presParOf" srcId="{60D76AFF-705B-4AB1-857E-EF3409E1D36D}" destId="{5E97AAA7-C0C6-4565-8593-B4D464951E95}" srcOrd="0" destOrd="0" presId="urn:microsoft.com/office/officeart/2005/8/layout/hierarchy2"/>
    <dgm:cxn modelId="{7C7DC63E-6B52-47C2-B2F0-65C583F7CB6F}" type="presParOf" srcId="{60D76AFF-705B-4AB1-857E-EF3409E1D36D}" destId="{D7E550D4-8CA1-41BB-BABD-D54FB9797956}" srcOrd="1" destOrd="0" presId="urn:microsoft.com/office/officeart/2005/8/layout/hierarchy2"/>
    <dgm:cxn modelId="{2F5BBA77-3640-4A39-97ED-291DEE463460}" type="presParOf" srcId="{93420902-C47C-464B-8A40-39640389D8BF}" destId="{B627405D-BD38-4880-B6E4-C0BDCF307CCD}" srcOrd="2" destOrd="0" presId="urn:microsoft.com/office/officeart/2005/8/layout/hierarchy2"/>
    <dgm:cxn modelId="{0279636B-CFA2-4F2D-97CE-73C9E1714F54}" type="presParOf" srcId="{B627405D-BD38-4880-B6E4-C0BDCF307CCD}" destId="{A94037FA-2550-4B3E-9D5E-1FCEA4141DD9}" srcOrd="0" destOrd="0" presId="urn:microsoft.com/office/officeart/2005/8/layout/hierarchy2"/>
    <dgm:cxn modelId="{E704A096-1859-4AA4-83D1-077FFC79346D}" type="presParOf" srcId="{93420902-C47C-464B-8A40-39640389D8BF}" destId="{586CA8B0-338B-478D-84D6-A77308F1E062}" srcOrd="3" destOrd="0" presId="urn:microsoft.com/office/officeart/2005/8/layout/hierarchy2"/>
    <dgm:cxn modelId="{C58FCF58-CEB6-42C0-912C-0FF816A3B781}" type="presParOf" srcId="{586CA8B0-338B-478D-84D6-A77308F1E062}" destId="{7AB098C6-8D97-4DAB-80C7-977A942DC87F}" srcOrd="0" destOrd="0" presId="urn:microsoft.com/office/officeart/2005/8/layout/hierarchy2"/>
    <dgm:cxn modelId="{E33EB02D-53BD-400A-A81D-BC3E4A98E384}" type="presParOf" srcId="{586CA8B0-338B-478D-84D6-A77308F1E062}" destId="{32D2D549-9B89-42FD-9CF5-0DCA30798CDD}" srcOrd="1" destOrd="0" presId="urn:microsoft.com/office/officeart/2005/8/layout/hierarchy2"/>
    <dgm:cxn modelId="{24223F2F-0B12-45AC-8CF1-E5908B191ECE}" type="presParOf" srcId="{93420902-C47C-464B-8A40-39640389D8BF}" destId="{7E8D2D19-44E7-486E-B6AA-E4DF7364DA33}" srcOrd="4" destOrd="0" presId="urn:microsoft.com/office/officeart/2005/8/layout/hierarchy2"/>
    <dgm:cxn modelId="{0F42D9DB-70AB-452B-9C7A-D231AC229328}" type="presParOf" srcId="{7E8D2D19-44E7-486E-B6AA-E4DF7364DA33}" destId="{B1BC8881-8A3A-478E-BF8D-E582D7567F2A}" srcOrd="0" destOrd="0" presId="urn:microsoft.com/office/officeart/2005/8/layout/hierarchy2"/>
    <dgm:cxn modelId="{A1E343E2-F518-4AF3-B842-E077195F693D}" type="presParOf" srcId="{93420902-C47C-464B-8A40-39640389D8BF}" destId="{BE504ABC-45CC-430F-A283-137CABECE4F6}" srcOrd="5" destOrd="0" presId="urn:microsoft.com/office/officeart/2005/8/layout/hierarchy2"/>
    <dgm:cxn modelId="{FF900EA0-627A-486E-A408-081BB056C2AA}" type="presParOf" srcId="{BE504ABC-45CC-430F-A283-137CABECE4F6}" destId="{75540D5E-7E5D-4FB1-84A0-EAC1EB357969}" srcOrd="0" destOrd="0" presId="urn:microsoft.com/office/officeart/2005/8/layout/hierarchy2"/>
    <dgm:cxn modelId="{58C1E599-49F0-44F3-9D71-5FAD30E428A3}" type="presParOf" srcId="{BE504ABC-45CC-430F-A283-137CABECE4F6}" destId="{53909DDC-2A7C-4007-8E57-0E0B4B06A3B0}" srcOrd="1" destOrd="0" presId="urn:microsoft.com/office/officeart/2005/8/layout/hierarchy2"/>
    <dgm:cxn modelId="{340BCBB4-12C5-4545-AE57-9757CB73D1E3}" type="presParOf" srcId="{F8B42D20-D4FA-4ABE-A0EA-B28D076E9B73}" destId="{49D7D1C4-ACC2-49C7-B850-B22F603FE42F}" srcOrd="2" destOrd="0" presId="urn:microsoft.com/office/officeart/2005/8/layout/hierarchy2"/>
    <dgm:cxn modelId="{2EB19E29-FBAF-42D6-9F8F-C8DE47523E67}" type="presParOf" srcId="{49D7D1C4-ACC2-49C7-B850-B22F603FE42F}" destId="{38F31331-48A9-471C-A434-7DD0A0450EAD}" srcOrd="0" destOrd="0" presId="urn:microsoft.com/office/officeart/2005/8/layout/hierarchy2"/>
    <dgm:cxn modelId="{B72083CA-15AF-4685-AE79-F16AC8646662}" type="presParOf" srcId="{49D7D1C4-ACC2-49C7-B850-B22F603FE42F}" destId="{873C244F-882F-4389-A2AC-DFCB63750C7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408005-D26D-46AB-87CF-935E5DAE8417}" type="doc">
      <dgm:prSet loTypeId="urn:microsoft.com/office/officeart/2005/8/layout/cycle8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BD5C524-E5DF-4843-A0EE-EA4E65B745F4}">
      <dgm:prSet/>
      <dgm:spPr/>
      <dgm:t>
        <a:bodyPr/>
        <a:lstStyle/>
        <a:p>
          <a:r>
            <a:rPr lang="en-US"/>
            <a:t>AdaLoss achieves higher accuracy on both datasets.</a:t>
          </a:r>
        </a:p>
      </dgm:t>
    </dgm:pt>
    <dgm:pt modelId="{5F85DCB7-4725-4C89-A9A3-6B4876DB71BE}" type="parTrans" cxnId="{1EA261F5-9714-481E-8862-0E138AE9173B}">
      <dgm:prSet/>
      <dgm:spPr/>
      <dgm:t>
        <a:bodyPr/>
        <a:lstStyle/>
        <a:p>
          <a:endParaRPr lang="en-US"/>
        </a:p>
      </dgm:t>
    </dgm:pt>
    <dgm:pt modelId="{5EF7725C-12BF-4600-BE6E-85FA737C9D1D}" type="sibTrans" cxnId="{1EA261F5-9714-481E-8862-0E138AE9173B}">
      <dgm:prSet/>
      <dgm:spPr/>
      <dgm:t>
        <a:bodyPr/>
        <a:lstStyle/>
        <a:p>
          <a:endParaRPr lang="en-US"/>
        </a:p>
      </dgm:t>
    </dgm:pt>
    <dgm:pt modelId="{E40CC9AD-A524-4DF2-A244-99F74297A22C}">
      <dgm:prSet/>
      <dgm:spPr/>
      <dgm:t>
        <a:bodyPr/>
        <a:lstStyle/>
        <a:p>
          <a:r>
            <a:rPr lang="en-US"/>
            <a:t>More stable loss convergence compared to ArcLoss.</a:t>
          </a:r>
        </a:p>
      </dgm:t>
    </dgm:pt>
    <dgm:pt modelId="{25C6FDBF-9E4A-455F-8A4A-16BF4E5D9487}" type="parTrans" cxnId="{C77FEBFE-98CD-4CA8-B1DA-68497851A9C4}">
      <dgm:prSet/>
      <dgm:spPr/>
      <dgm:t>
        <a:bodyPr/>
        <a:lstStyle/>
        <a:p>
          <a:endParaRPr lang="en-US"/>
        </a:p>
      </dgm:t>
    </dgm:pt>
    <dgm:pt modelId="{8DA154E4-FBCC-4CB2-9504-3BA1EF4331AC}" type="sibTrans" cxnId="{C77FEBFE-98CD-4CA8-B1DA-68497851A9C4}">
      <dgm:prSet/>
      <dgm:spPr/>
      <dgm:t>
        <a:bodyPr/>
        <a:lstStyle/>
        <a:p>
          <a:endParaRPr lang="en-US"/>
        </a:p>
      </dgm:t>
    </dgm:pt>
    <dgm:pt modelId="{265AEC52-5853-46CD-882D-8977FDBBE8C5}">
      <dgm:prSet/>
      <dgm:spPr/>
      <dgm:t>
        <a:bodyPr/>
        <a:lstStyle/>
        <a:p>
          <a:r>
            <a:rPr lang="en-US"/>
            <a:t>Screenshots and graphs are included in the report.</a:t>
          </a:r>
        </a:p>
      </dgm:t>
    </dgm:pt>
    <dgm:pt modelId="{80570A8B-E283-419C-B34D-2ED04BF4F318}" type="parTrans" cxnId="{C24875B2-1C45-4BA0-8139-B9E43DCD6AF6}">
      <dgm:prSet/>
      <dgm:spPr/>
      <dgm:t>
        <a:bodyPr/>
        <a:lstStyle/>
        <a:p>
          <a:endParaRPr lang="en-US"/>
        </a:p>
      </dgm:t>
    </dgm:pt>
    <dgm:pt modelId="{DD681FEB-8329-4089-8DAE-ABCC04E84CFA}" type="sibTrans" cxnId="{C24875B2-1C45-4BA0-8139-B9E43DCD6AF6}">
      <dgm:prSet/>
      <dgm:spPr/>
      <dgm:t>
        <a:bodyPr/>
        <a:lstStyle/>
        <a:p>
          <a:endParaRPr lang="en-US"/>
        </a:p>
      </dgm:t>
    </dgm:pt>
    <dgm:pt modelId="{DE42AA69-AAA3-4B12-B063-9783CC010DF2}" type="pres">
      <dgm:prSet presAssocID="{ED408005-D26D-46AB-87CF-935E5DAE8417}" presName="compositeShape" presStyleCnt="0">
        <dgm:presLayoutVars>
          <dgm:chMax val="7"/>
          <dgm:dir/>
          <dgm:resizeHandles val="exact"/>
        </dgm:presLayoutVars>
      </dgm:prSet>
      <dgm:spPr/>
    </dgm:pt>
    <dgm:pt modelId="{B345E8AE-D521-4892-ABED-BD1BD5475A1E}" type="pres">
      <dgm:prSet presAssocID="{ED408005-D26D-46AB-87CF-935E5DAE8417}" presName="wedge1" presStyleLbl="node1" presStyleIdx="0" presStyleCnt="3"/>
      <dgm:spPr/>
    </dgm:pt>
    <dgm:pt modelId="{C7030B43-CF32-4FB3-8C32-46A8C69BDBFA}" type="pres">
      <dgm:prSet presAssocID="{ED408005-D26D-46AB-87CF-935E5DAE8417}" presName="dummy1a" presStyleCnt="0"/>
      <dgm:spPr/>
    </dgm:pt>
    <dgm:pt modelId="{EDF11619-28D5-4A37-B3AC-2AE1C64C5009}" type="pres">
      <dgm:prSet presAssocID="{ED408005-D26D-46AB-87CF-935E5DAE8417}" presName="dummy1b" presStyleCnt="0"/>
      <dgm:spPr/>
    </dgm:pt>
    <dgm:pt modelId="{52B881E0-0B7A-4D8E-9852-287EA3B8AD7F}" type="pres">
      <dgm:prSet presAssocID="{ED408005-D26D-46AB-87CF-935E5DAE8417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F3CFD14-9273-4ECD-B8F6-DE34DBF24C61}" type="pres">
      <dgm:prSet presAssocID="{ED408005-D26D-46AB-87CF-935E5DAE8417}" presName="wedge2" presStyleLbl="node1" presStyleIdx="1" presStyleCnt="3"/>
      <dgm:spPr/>
    </dgm:pt>
    <dgm:pt modelId="{BED4C525-8200-45FA-9A6C-3EEB9663ED1B}" type="pres">
      <dgm:prSet presAssocID="{ED408005-D26D-46AB-87CF-935E5DAE8417}" presName="dummy2a" presStyleCnt="0"/>
      <dgm:spPr/>
    </dgm:pt>
    <dgm:pt modelId="{81C100C3-69A6-4879-9C2E-5C1CA1D6AAB0}" type="pres">
      <dgm:prSet presAssocID="{ED408005-D26D-46AB-87CF-935E5DAE8417}" presName="dummy2b" presStyleCnt="0"/>
      <dgm:spPr/>
    </dgm:pt>
    <dgm:pt modelId="{062FCEAA-B3B8-42FB-B8F6-963C260A09C7}" type="pres">
      <dgm:prSet presAssocID="{ED408005-D26D-46AB-87CF-935E5DAE8417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744358F-ECCF-429A-A681-D60A39843839}" type="pres">
      <dgm:prSet presAssocID="{ED408005-D26D-46AB-87CF-935E5DAE8417}" presName="wedge3" presStyleLbl="node1" presStyleIdx="2" presStyleCnt="3"/>
      <dgm:spPr/>
    </dgm:pt>
    <dgm:pt modelId="{8E05EC1B-8D56-4A55-80AA-1224AD475C09}" type="pres">
      <dgm:prSet presAssocID="{ED408005-D26D-46AB-87CF-935E5DAE8417}" presName="dummy3a" presStyleCnt="0"/>
      <dgm:spPr/>
    </dgm:pt>
    <dgm:pt modelId="{7567DEAB-9204-45D6-AFB9-8248EE43C413}" type="pres">
      <dgm:prSet presAssocID="{ED408005-D26D-46AB-87CF-935E5DAE8417}" presName="dummy3b" presStyleCnt="0"/>
      <dgm:spPr/>
    </dgm:pt>
    <dgm:pt modelId="{2CE40761-F188-4FD0-8DF7-4244F12C6652}" type="pres">
      <dgm:prSet presAssocID="{ED408005-D26D-46AB-87CF-935E5DAE8417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748D82CD-E53E-43E4-82C0-71B926CF3446}" type="pres">
      <dgm:prSet presAssocID="{5EF7725C-12BF-4600-BE6E-85FA737C9D1D}" presName="arrowWedge1" presStyleLbl="fgSibTrans2D1" presStyleIdx="0" presStyleCnt="3"/>
      <dgm:spPr/>
    </dgm:pt>
    <dgm:pt modelId="{5E52140F-42F4-4877-94E4-7AB8DE59B447}" type="pres">
      <dgm:prSet presAssocID="{8DA154E4-FBCC-4CB2-9504-3BA1EF4331AC}" presName="arrowWedge2" presStyleLbl="fgSibTrans2D1" presStyleIdx="1" presStyleCnt="3"/>
      <dgm:spPr/>
    </dgm:pt>
    <dgm:pt modelId="{116C3FAE-7940-4F5A-AB0C-1D1ABBB62762}" type="pres">
      <dgm:prSet presAssocID="{DD681FEB-8329-4089-8DAE-ABCC04E84CFA}" presName="arrowWedge3" presStyleLbl="fgSibTrans2D1" presStyleIdx="2" presStyleCnt="3"/>
      <dgm:spPr/>
    </dgm:pt>
  </dgm:ptLst>
  <dgm:cxnLst>
    <dgm:cxn modelId="{696E721A-04A7-49B7-A622-9D55A2291AD6}" type="presOf" srcId="{2BD5C524-E5DF-4843-A0EE-EA4E65B745F4}" destId="{B345E8AE-D521-4892-ABED-BD1BD5475A1E}" srcOrd="0" destOrd="0" presId="urn:microsoft.com/office/officeart/2005/8/layout/cycle8"/>
    <dgm:cxn modelId="{291BC145-788F-45B1-89BC-63D9B7BD5B87}" type="presOf" srcId="{265AEC52-5853-46CD-882D-8977FDBBE8C5}" destId="{C744358F-ECCF-429A-A681-D60A39843839}" srcOrd="0" destOrd="0" presId="urn:microsoft.com/office/officeart/2005/8/layout/cycle8"/>
    <dgm:cxn modelId="{E77E0C53-29B3-454F-A306-CBB2B21E061D}" type="presOf" srcId="{E40CC9AD-A524-4DF2-A244-99F74297A22C}" destId="{4F3CFD14-9273-4ECD-B8F6-DE34DBF24C61}" srcOrd="0" destOrd="0" presId="urn:microsoft.com/office/officeart/2005/8/layout/cycle8"/>
    <dgm:cxn modelId="{85EAE779-29EF-45D3-B465-C1D14CF75ED1}" type="presOf" srcId="{ED408005-D26D-46AB-87CF-935E5DAE8417}" destId="{DE42AA69-AAA3-4B12-B063-9783CC010DF2}" srcOrd="0" destOrd="0" presId="urn:microsoft.com/office/officeart/2005/8/layout/cycle8"/>
    <dgm:cxn modelId="{3AD26688-9E63-416B-B8AA-5B9168ABDA19}" type="presOf" srcId="{2BD5C524-E5DF-4843-A0EE-EA4E65B745F4}" destId="{52B881E0-0B7A-4D8E-9852-287EA3B8AD7F}" srcOrd="1" destOrd="0" presId="urn:microsoft.com/office/officeart/2005/8/layout/cycle8"/>
    <dgm:cxn modelId="{C24875B2-1C45-4BA0-8139-B9E43DCD6AF6}" srcId="{ED408005-D26D-46AB-87CF-935E5DAE8417}" destId="{265AEC52-5853-46CD-882D-8977FDBBE8C5}" srcOrd="2" destOrd="0" parTransId="{80570A8B-E283-419C-B34D-2ED04BF4F318}" sibTransId="{DD681FEB-8329-4089-8DAE-ABCC04E84CFA}"/>
    <dgm:cxn modelId="{40B0F3B3-1407-4722-A441-B439807D2803}" type="presOf" srcId="{265AEC52-5853-46CD-882D-8977FDBBE8C5}" destId="{2CE40761-F188-4FD0-8DF7-4244F12C6652}" srcOrd="1" destOrd="0" presId="urn:microsoft.com/office/officeart/2005/8/layout/cycle8"/>
    <dgm:cxn modelId="{1EA261F5-9714-481E-8862-0E138AE9173B}" srcId="{ED408005-D26D-46AB-87CF-935E5DAE8417}" destId="{2BD5C524-E5DF-4843-A0EE-EA4E65B745F4}" srcOrd="0" destOrd="0" parTransId="{5F85DCB7-4725-4C89-A9A3-6B4876DB71BE}" sibTransId="{5EF7725C-12BF-4600-BE6E-85FA737C9D1D}"/>
    <dgm:cxn modelId="{059ECEF7-21D4-478C-BBF5-49AEEB498E2C}" type="presOf" srcId="{E40CC9AD-A524-4DF2-A244-99F74297A22C}" destId="{062FCEAA-B3B8-42FB-B8F6-963C260A09C7}" srcOrd="1" destOrd="0" presId="urn:microsoft.com/office/officeart/2005/8/layout/cycle8"/>
    <dgm:cxn modelId="{C77FEBFE-98CD-4CA8-B1DA-68497851A9C4}" srcId="{ED408005-D26D-46AB-87CF-935E5DAE8417}" destId="{E40CC9AD-A524-4DF2-A244-99F74297A22C}" srcOrd="1" destOrd="0" parTransId="{25C6FDBF-9E4A-455F-8A4A-16BF4E5D9487}" sibTransId="{8DA154E4-FBCC-4CB2-9504-3BA1EF4331AC}"/>
    <dgm:cxn modelId="{E8283238-EE63-493E-93D5-6A6AD2E41125}" type="presParOf" srcId="{DE42AA69-AAA3-4B12-B063-9783CC010DF2}" destId="{B345E8AE-D521-4892-ABED-BD1BD5475A1E}" srcOrd="0" destOrd="0" presId="urn:microsoft.com/office/officeart/2005/8/layout/cycle8"/>
    <dgm:cxn modelId="{FE9CB302-7C38-42A7-A7E3-8A6CFAF6FA93}" type="presParOf" srcId="{DE42AA69-AAA3-4B12-B063-9783CC010DF2}" destId="{C7030B43-CF32-4FB3-8C32-46A8C69BDBFA}" srcOrd="1" destOrd="0" presId="urn:microsoft.com/office/officeart/2005/8/layout/cycle8"/>
    <dgm:cxn modelId="{67F09623-0FF3-4760-8A75-E93C9A00A7AB}" type="presParOf" srcId="{DE42AA69-AAA3-4B12-B063-9783CC010DF2}" destId="{EDF11619-28D5-4A37-B3AC-2AE1C64C5009}" srcOrd="2" destOrd="0" presId="urn:microsoft.com/office/officeart/2005/8/layout/cycle8"/>
    <dgm:cxn modelId="{A0E8EC0B-1F00-4397-9B95-F8B0B0B2B087}" type="presParOf" srcId="{DE42AA69-AAA3-4B12-B063-9783CC010DF2}" destId="{52B881E0-0B7A-4D8E-9852-287EA3B8AD7F}" srcOrd="3" destOrd="0" presId="urn:microsoft.com/office/officeart/2005/8/layout/cycle8"/>
    <dgm:cxn modelId="{7168BB5C-7EDA-4E45-8662-8F9AFF3B8388}" type="presParOf" srcId="{DE42AA69-AAA3-4B12-B063-9783CC010DF2}" destId="{4F3CFD14-9273-4ECD-B8F6-DE34DBF24C61}" srcOrd="4" destOrd="0" presId="urn:microsoft.com/office/officeart/2005/8/layout/cycle8"/>
    <dgm:cxn modelId="{8E582232-E5D3-4745-ADD2-BDF34A85BB0F}" type="presParOf" srcId="{DE42AA69-AAA3-4B12-B063-9783CC010DF2}" destId="{BED4C525-8200-45FA-9A6C-3EEB9663ED1B}" srcOrd="5" destOrd="0" presId="urn:microsoft.com/office/officeart/2005/8/layout/cycle8"/>
    <dgm:cxn modelId="{33121B35-F222-4CB3-AA47-AD58B66FA813}" type="presParOf" srcId="{DE42AA69-AAA3-4B12-B063-9783CC010DF2}" destId="{81C100C3-69A6-4879-9C2E-5C1CA1D6AAB0}" srcOrd="6" destOrd="0" presId="urn:microsoft.com/office/officeart/2005/8/layout/cycle8"/>
    <dgm:cxn modelId="{B0C01769-5B0C-4CB1-9AFF-2F42477D82D2}" type="presParOf" srcId="{DE42AA69-AAA3-4B12-B063-9783CC010DF2}" destId="{062FCEAA-B3B8-42FB-B8F6-963C260A09C7}" srcOrd="7" destOrd="0" presId="urn:microsoft.com/office/officeart/2005/8/layout/cycle8"/>
    <dgm:cxn modelId="{105F8502-690B-46A4-A254-7E1148C6B00B}" type="presParOf" srcId="{DE42AA69-AAA3-4B12-B063-9783CC010DF2}" destId="{C744358F-ECCF-429A-A681-D60A39843839}" srcOrd="8" destOrd="0" presId="urn:microsoft.com/office/officeart/2005/8/layout/cycle8"/>
    <dgm:cxn modelId="{E2B9A42A-67E7-45B0-A291-83E64655455C}" type="presParOf" srcId="{DE42AA69-AAA3-4B12-B063-9783CC010DF2}" destId="{8E05EC1B-8D56-4A55-80AA-1224AD475C09}" srcOrd="9" destOrd="0" presId="urn:microsoft.com/office/officeart/2005/8/layout/cycle8"/>
    <dgm:cxn modelId="{E129FB98-7DD8-40BB-B06D-E8BC37F7E83F}" type="presParOf" srcId="{DE42AA69-AAA3-4B12-B063-9783CC010DF2}" destId="{7567DEAB-9204-45D6-AFB9-8248EE43C413}" srcOrd="10" destOrd="0" presId="urn:microsoft.com/office/officeart/2005/8/layout/cycle8"/>
    <dgm:cxn modelId="{2E642578-4724-40A8-A4C5-76C08A205F59}" type="presParOf" srcId="{DE42AA69-AAA3-4B12-B063-9783CC010DF2}" destId="{2CE40761-F188-4FD0-8DF7-4244F12C6652}" srcOrd="11" destOrd="0" presId="urn:microsoft.com/office/officeart/2005/8/layout/cycle8"/>
    <dgm:cxn modelId="{2CC198E2-A4D9-4BC4-B5CA-C3673100A99B}" type="presParOf" srcId="{DE42AA69-AAA3-4B12-B063-9783CC010DF2}" destId="{748D82CD-E53E-43E4-82C0-71B926CF3446}" srcOrd="12" destOrd="0" presId="urn:microsoft.com/office/officeart/2005/8/layout/cycle8"/>
    <dgm:cxn modelId="{D1A19182-7EA1-4A74-B4F5-4F3327F4A4F0}" type="presParOf" srcId="{DE42AA69-AAA3-4B12-B063-9783CC010DF2}" destId="{5E52140F-42F4-4877-94E4-7AB8DE59B447}" srcOrd="13" destOrd="0" presId="urn:microsoft.com/office/officeart/2005/8/layout/cycle8"/>
    <dgm:cxn modelId="{CD291714-2A06-42DC-985C-B8C1171C18FE}" type="presParOf" srcId="{DE42AA69-AAA3-4B12-B063-9783CC010DF2}" destId="{116C3FAE-7940-4F5A-AB0C-1D1ABBB62762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B8EC1C-4DA6-4F7E-9E0F-F843D208A900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C87DBD-B886-432D-981A-7C239EA4315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AdaLoss adapts to image quality, unlike fixed-margin loss functions.</a:t>
          </a:r>
        </a:p>
      </dgm:t>
    </dgm:pt>
    <dgm:pt modelId="{FA321F10-9F0C-4CCE-9A5B-F1EE2DC2FCF3}" type="parTrans" cxnId="{77647416-D159-4594-900D-85AE83F047E7}">
      <dgm:prSet/>
      <dgm:spPr/>
      <dgm:t>
        <a:bodyPr/>
        <a:lstStyle/>
        <a:p>
          <a:endParaRPr lang="en-US"/>
        </a:p>
      </dgm:t>
    </dgm:pt>
    <dgm:pt modelId="{582207EF-9DC3-497F-B232-C966FDA6F6AC}" type="sibTrans" cxnId="{77647416-D159-4594-900D-85AE83F047E7}">
      <dgm:prSet/>
      <dgm:spPr/>
      <dgm:t>
        <a:bodyPr/>
        <a:lstStyle/>
        <a:p>
          <a:endParaRPr lang="en-US"/>
        </a:p>
      </dgm:t>
    </dgm:pt>
    <dgm:pt modelId="{BAE2D75D-7CB4-4F47-847C-9825C8F30C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Improves classification performance, particularly for complex datasets.</a:t>
          </a:r>
        </a:p>
      </dgm:t>
    </dgm:pt>
    <dgm:pt modelId="{3E57AE12-ADAE-49C7-BCBC-30CCC4CA41E5}" type="parTrans" cxnId="{95C7C68F-AEB8-4A37-AFB8-D04E339E5539}">
      <dgm:prSet/>
      <dgm:spPr/>
      <dgm:t>
        <a:bodyPr/>
        <a:lstStyle/>
        <a:p>
          <a:endParaRPr lang="en-US"/>
        </a:p>
      </dgm:t>
    </dgm:pt>
    <dgm:pt modelId="{51158813-E1ED-404F-B6E7-CA9580280969}" type="sibTrans" cxnId="{95C7C68F-AEB8-4A37-AFB8-D04E339E5539}">
      <dgm:prSet/>
      <dgm:spPr/>
      <dgm:t>
        <a:bodyPr/>
        <a:lstStyle/>
        <a:p>
          <a:endParaRPr lang="en-US"/>
        </a:p>
      </dgm:t>
    </dgm:pt>
    <dgm:pt modelId="{063F1D1C-2F8F-48FA-AAAC-F6EAC90716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Future work:</a:t>
          </a:r>
        </a:p>
      </dgm:t>
    </dgm:pt>
    <dgm:pt modelId="{B63845FA-A7CB-47C7-B7CB-56D4CCCE0589}" type="parTrans" cxnId="{E2C11A62-BB3B-42C8-A4E0-F77903CF4055}">
      <dgm:prSet/>
      <dgm:spPr/>
      <dgm:t>
        <a:bodyPr/>
        <a:lstStyle/>
        <a:p>
          <a:endParaRPr lang="en-US"/>
        </a:p>
      </dgm:t>
    </dgm:pt>
    <dgm:pt modelId="{5691CAFC-CEAA-40BB-8B38-9DA0F879F087}" type="sibTrans" cxnId="{E2C11A62-BB3B-42C8-A4E0-F77903CF4055}">
      <dgm:prSet/>
      <dgm:spPr/>
      <dgm:t>
        <a:bodyPr/>
        <a:lstStyle/>
        <a:p>
          <a:endParaRPr lang="en-US"/>
        </a:p>
      </dgm:t>
    </dgm:pt>
    <dgm:pt modelId="{DE1277E6-7F51-4E91-90C0-4B7B46717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Extend to larger datasets (ImageNet).</a:t>
          </a:r>
        </a:p>
      </dgm:t>
    </dgm:pt>
    <dgm:pt modelId="{AB142D85-5740-4A34-88D9-0F4019AEB2D4}" type="parTrans" cxnId="{6D805239-57A2-435B-B382-29F22D314580}">
      <dgm:prSet/>
      <dgm:spPr/>
      <dgm:t>
        <a:bodyPr/>
        <a:lstStyle/>
        <a:p>
          <a:endParaRPr lang="en-US"/>
        </a:p>
      </dgm:t>
    </dgm:pt>
    <dgm:pt modelId="{252D7385-46A4-4758-B5B6-9FAEF8687674}" type="sibTrans" cxnId="{6D805239-57A2-435B-B382-29F22D314580}">
      <dgm:prSet/>
      <dgm:spPr/>
      <dgm:t>
        <a:bodyPr/>
        <a:lstStyle/>
        <a:p>
          <a:endParaRPr lang="en-US"/>
        </a:p>
      </dgm:t>
    </dgm:pt>
    <dgm:pt modelId="{581108A2-3FFA-4051-A584-6F933405D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Test on different neural network architectures.</a:t>
          </a:r>
        </a:p>
      </dgm:t>
    </dgm:pt>
    <dgm:pt modelId="{A2FF5043-076B-4866-AB97-BF7E63E8AAB3}" type="parTrans" cxnId="{8CF816A0-D43F-4503-8A5F-0340032B7A4B}">
      <dgm:prSet/>
      <dgm:spPr/>
      <dgm:t>
        <a:bodyPr/>
        <a:lstStyle/>
        <a:p>
          <a:endParaRPr lang="en-US"/>
        </a:p>
      </dgm:t>
    </dgm:pt>
    <dgm:pt modelId="{CAF243AB-9D1E-45B3-9A60-A3B0300B2AC6}" type="sibTrans" cxnId="{8CF816A0-D43F-4503-8A5F-0340032B7A4B}">
      <dgm:prSet/>
      <dgm:spPr/>
      <dgm:t>
        <a:bodyPr/>
        <a:lstStyle/>
        <a:p>
          <a:endParaRPr lang="en-US"/>
        </a:p>
      </dgm:t>
    </dgm:pt>
    <dgm:pt modelId="{0F7E6BEF-9941-4823-A085-4B3C059B7B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Explore hybrid loss functions combining AdaLoss with contrastive learning.</a:t>
          </a:r>
        </a:p>
      </dgm:t>
    </dgm:pt>
    <dgm:pt modelId="{201AFDD9-97B6-490B-A1D9-16221AA55797}" type="parTrans" cxnId="{487C2E1F-4217-4544-A224-001767B471F8}">
      <dgm:prSet/>
      <dgm:spPr/>
      <dgm:t>
        <a:bodyPr/>
        <a:lstStyle/>
        <a:p>
          <a:endParaRPr lang="en-US"/>
        </a:p>
      </dgm:t>
    </dgm:pt>
    <dgm:pt modelId="{68025AB7-3C32-4169-B1E3-4C8A10FC1DB6}" type="sibTrans" cxnId="{487C2E1F-4217-4544-A224-001767B471F8}">
      <dgm:prSet/>
      <dgm:spPr/>
      <dgm:t>
        <a:bodyPr/>
        <a:lstStyle/>
        <a:p>
          <a:endParaRPr lang="en-US"/>
        </a:p>
      </dgm:t>
    </dgm:pt>
    <dgm:pt modelId="{ED7FD9FF-5135-4787-9071-69273BC0458C}" type="pres">
      <dgm:prSet presAssocID="{3FB8EC1C-4DA6-4F7E-9E0F-F843D208A900}" presName="root" presStyleCnt="0">
        <dgm:presLayoutVars>
          <dgm:dir/>
          <dgm:resizeHandles val="exact"/>
        </dgm:presLayoutVars>
      </dgm:prSet>
      <dgm:spPr/>
    </dgm:pt>
    <dgm:pt modelId="{FE6AD2CA-41B4-4092-A129-43EAD8339B5A}" type="pres">
      <dgm:prSet presAssocID="{6EC87DBD-B886-432D-981A-7C239EA43159}" presName="compNode" presStyleCnt="0"/>
      <dgm:spPr/>
    </dgm:pt>
    <dgm:pt modelId="{CE8ABF46-07F9-451B-B3B1-06C16D0AA45E}" type="pres">
      <dgm:prSet presAssocID="{6EC87DBD-B886-432D-981A-7C239EA431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AAD1707C-5604-4658-A384-51D925D4C34E}" type="pres">
      <dgm:prSet presAssocID="{6EC87DBD-B886-432D-981A-7C239EA43159}" presName="iconSpace" presStyleCnt="0"/>
      <dgm:spPr/>
    </dgm:pt>
    <dgm:pt modelId="{593C3200-CA2F-4FF0-ACFB-9BF565E3789A}" type="pres">
      <dgm:prSet presAssocID="{6EC87DBD-B886-432D-981A-7C239EA43159}" presName="parTx" presStyleLbl="revTx" presStyleIdx="0" presStyleCnt="6">
        <dgm:presLayoutVars>
          <dgm:chMax val="0"/>
          <dgm:chPref val="0"/>
        </dgm:presLayoutVars>
      </dgm:prSet>
      <dgm:spPr/>
    </dgm:pt>
    <dgm:pt modelId="{1A9AC6C6-63E4-4222-A367-163D6508CE85}" type="pres">
      <dgm:prSet presAssocID="{6EC87DBD-B886-432D-981A-7C239EA43159}" presName="txSpace" presStyleCnt="0"/>
      <dgm:spPr/>
    </dgm:pt>
    <dgm:pt modelId="{F72DD546-F0F4-4AB3-A0A6-8E3FEBF9DA4F}" type="pres">
      <dgm:prSet presAssocID="{6EC87DBD-B886-432D-981A-7C239EA43159}" presName="desTx" presStyleLbl="revTx" presStyleIdx="1" presStyleCnt="6">
        <dgm:presLayoutVars/>
      </dgm:prSet>
      <dgm:spPr/>
    </dgm:pt>
    <dgm:pt modelId="{4A4C0DC4-601B-4E48-A52E-763858EDA7A9}" type="pres">
      <dgm:prSet presAssocID="{582207EF-9DC3-497F-B232-C966FDA6F6AC}" presName="sibTrans" presStyleCnt="0"/>
      <dgm:spPr/>
    </dgm:pt>
    <dgm:pt modelId="{46FC4E39-995F-4FCF-945E-1A169131413F}" type="pres">
      <dgm:prSet presAssocID="{BAE2D75D-7CB4-4F47-847C-9825C8F30C40}" presName="compNode" presStyleCnt="0"/>
      <dgm:spPr/>
    </dgm:pt>
    <dgm:pt modelId="{A5CE5B81-8262-4D25-80EB-78009E1FFB52}" type="pres">
      <dgm:prSet presAssocID="{BAE2D75D-7CB4-4F47-847C-9825C8F30C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0FBB173D-DA08-4C50-9FB9-8BE543466064}" type="pres">
      <dgm:prSet presAssocID="{BAE2D75D-7CB4-4F47-847C-9825C8F30C40}" presName="iconSpace" presStyleCnt="0"/>
      <dgm:spPr/>
    </dgm:pt>
    <dgm:pt modelId="{55FD2167-D011-43DC-B959-DC2C8A9BB07B}" type="pres">
      <dgm:prSet presAssocID="{BAE2D75D-7CB4-4F47-847C-9825C8F30C40}" presName="parTx" presStyleLbl="revTx" presStyleIdx="2" presStyleCnt="6">
        <dgm:presLayoutVars>
          <dgm:chMax val="0"/>
          <dgm:chPref val="0"/>
        </dgm:presLayoutVars>
      </dgm:prSet>
      <dgm:spPr/>
    </dgm:pt>
    <dgm:pt modelId="{25B7A52A-4697-4432-8E82-C95161568130}" type="pres">
      <dgm:prSet presAssocID="{BAE2D75D-7CB4-4F47-847C-9825C8F30C40}" presName="txSpace" presStyleCnt="0"/>
      <dgm:spPr/>
    </dgm:pt>
    <dgm:pt modelId="{3CB96D6F-44B1-4789-86A1-D54134D9B6F1}" type="pres">
      <dgm:prSet presAssocID="{BAE2D75D-7CB4-4F47-847C-9825C8F30C40}" presName="desTx" presStyleLbl="revTx" presStyleIdx="3" presStyleCnt="6">
        <dgm:presLayoutVars/>
      </dgm:prSet>
      <dgm:spPr/>
    </dgm:pt>
    <dgm:pt modelId="{2C612C27-39E5-4201-A81F-FC0D1FD50A61}" type="pres">
      <dgm:prSet presAssocID="{51158813-E1ED-404F-B6E7-CA9580280969}" presName="sibTrans" presStyleCnt="0"/>
      <dgm:spPr/>
    </dgm:pt>
    <dgm:pt modelId="{E4344BED-4C3B-4C35-84FB-0CB779B3E3AE}" type="pres">
      <dgm:prSet presAssocID="{063F1D1C-2F8F-48FA-AAAC-F6EAC9071681}" presName="compNode" presStyleCnt="0"/>
      <dgm:spPr/>
    </dgm:pt>
    <dgm:pt modelId="{D9E151CF-BC4A-44FF-9BBF-2C8EBA01E728}" type="pres">
      <dgm:prSet presAssocID="{063F1D1C-2F8F-48FA-AAAC-F6EAC90716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5E08739-00E6-45D9-97A0-597561E272F8}" type="pres">
      <dgm:prSet presAssocID="{063F1D1C-2F8F-48FA-AAAC-F6EAC9071681}" presName="iconSpace" presStyleCnt="0"/>
      <dgm:spPr/>
    </dgm:pt>
    <dgm:pt modelId="{F3BD1D6F-D916-4E45-90B6-A31F685974AA}" type="pres">
      <dgm:prSet presAssocID="{063F1D1C-2F8F-48FA-AAAC-F6EAC9071681}" presName="parTx" presStyleLbl="revTx" presStyleIdx="4" presStyleCnt="6">
        <dgm:presLayoutVars>
          <dgm:chMax val="0"/>
          <dgm:chPref val="0"/>
        </dgm:presLayoutVars>
      </dgm:prSet>
      <dgm:spPr/>
    </dgm:pt>
    <dgm:pt modelId="{180E4FD9-27C7-43E2-B99D-87CEAD92696E}" type="pres">
      <dgm:prSet presAssocID="{063F1D1C-2F8F-48FA-AAAC-F6EAC9071681}" presName="txSpace" presStyleCnt="0"/>
      <dgm:spPr/>
    </dgm:pt>
    <dgm:pt modelId="{443B98F0-61CA-4F9C-9AAE-687E6C970BED}" type="pres">
      <dgm:prSet presAssocID="{063F1D1C-2F8F-48FA-AAAC-F6EAC9071681}" presName="desTx" presStyleLbl="revTx" presStyleIdx="5" presStyleCnt="6">
        <dgm:presLayoutVars/>
      </dgm:prSet>
      <dgm:spPr/>
    </dgm:pt>
  </dgm:ptLst>
  <dgm:cxnLst>
    <dgm:cxn modelId="{00A4FD06-A39F-4BB3-A89B-865F84A5B2CF}" type="presOf" srcId="{063F1D1C-2F8F-48FA-AAAC-F6EAC9071681}" destId="{F3BD1D6F-D916-4E45-90B6-A31F685974AA}" srcOrd="0" destOrd="0" presId="urn:microsoft.com/office/officeart/2018/2/layout/IconLabelDescriptionList"/>
    <dgm:cxn modelId="{77647416-D159-4594-900D-85AE83F047E7}" srcId="{3FB8EC1C-4DA6-4F7E-9E0F-F843D208A900}" destId="{6EC87DBD-B886-432D-981A-7C239EA43159}" srcOrd="0" destOrd="0" parTransId="{FA321F10-9F0C-4CCE-9A5B-F1EE2DC2FCF3}" sibTransId="{582207EF-9DC3-497F-B232-C966FDA6F6AC}"/>
    <dgm:cxn modelId="{487C2E1F-4217-4544-A224-001767B471F8}" srcId="{063F1D1C-2F8F-48FA-AAAC-F6EAC9071681}" destId="{0F7E6BEF-9941-4823-A085-4B3C059B7B7F}" srcOrd="2" destOrd="0" parTransId="{201AFDD9-97B6-490B-A1D9-16221AA55797}" sibTransId="{68025AB7-3C32-4169-B1E3-4C8A10FC1DB6}"/>
    <dgm:cxn modelId="{6D805239-57A2-435B-B382-29F22D314580}" srcId="{063F1D1C-2F8F-48FA-AAAC-F6EAC9071681}" destId="{DE1277E6-7F51-4E91-90C0-4B7B467171E3}" srcOrd="0" destOrd="0" parTransId="{AB142D85-5740-4A34-88D9-0F4019AEB2D4}" sibTransId="{252D7385-46A4-4758-B5B6-9FAEF8687674}"/>
    <dgm:cxn modelId="{6DA65B3B-95B6-4644-919D-4D1509650D73}" type="presOf" srcId="{581108A2-3FFA-4051-A584-6F933405D7B7}" destId="{443B98F0-61CA-4F9C-9AAE-687E6C970BED}" srcOrd="0" destOrd="1" presId="urn:microsoft.com/office/officeart/2018/2/layout/IconLabelDescriptionList"/>
    <dgm:cxn modelId="{E2C11A62-BB3B-42C8-A4E0-F77903CF4055}" srcId="{3FB8EC1C-4DA6-4F7E-9E0F-F843D208A900}" destId="{063F1D1C-2F8F-48FA-AAAC-F6EAC9071681}" srcOrd="2" destOrd="0" parTransId="{B63845FA-A7CB-47C7-B7CB-56D4CCCE0589}" sibTransId="{5691CAFC-CEAA-40BB-8B38-9DA0F879F087}"/>
    <dgm:cxn modelId="{0591F943-C56F-490F-8F7F-FD434131AA86}" type="presOf" srcId="{BAE2D75D-7CB4-4F47-847C-9825C8F30C40}" destId="{55FD2167-D011-43DC-B959-DC2C8A9BB07B}" srcOrd="0" destOrd="0" presId="urn:microsoft.com/office/officeart/2018/2/layout/IconLabelDescriptionList"/>
    <dgm:cxn modelId="{CE772E6B-CD27-4E80-8FE1-82C33B74DB1F}" type="presOf" srcId="{DE1277E6-7F51-4E91-90C0-4B7B467171E3}" destId="{443B98F0-61CA-4F9C-9AAE-687E6C970BED}" srcOrd="0" destOrd="0" presId="urn:microsoft.com/office/officeart/2018/2/layout/IconLabelDescriptionList"/>
    <dgm:cxn modelId="{73B7488A-1240-4DAD-A83E-B969596ED88C}" type="presOf" srcId="{3FB8EC1C-4DA6-4F7E-9E0F-F843D208A900}" destId="{ED7FD9FF-5135-4787-9071-69273BC0458C}" srcOrd="0" destOrd="0" presId="urn:microsoft.com/office/officeart/2018/2/layout/IconLabelDescriptionList"/>
    <dgm:cxn modelId="{95C7C68F-AEB8-4A37-AFB8-D04E339E5539}" srcId="{3FB8EC1C-4DA6-4F7E-9E0F-F843D208A900}" destId="{BAE2D75D-7CB4-4F47-847C-9825C8F30C40}" srcOrd="1" destOrd="0" parTransId="{3E57AE12-ADAE-49C7-BCBC-30CCC4CA41E5}" sibTransId="{51158813-E1ED-404F-B6E7-CA9580280969}"/>
    <dgm:cxn modelId="{8CF816A0-D43F-4503-8A5F-0340032B7A4B}" srcId="{063F1D1C-2F8F-48FA-AAAC-F6EAC9071681}" destId="{581108A2-3FFA-4051-A584-6F933405D7B7}" srcOrd="1" destOrd="0" parTransId="{A2FF5043-076B-4866-AB97-BF7E63E8AAB3}" sibTransId="{CAF243AB-9D1E-45B3-9A60-A3B0300B2AC6}"/>
    <dgm:cxn modelId="{9E4A5EC0-C6F3-489B-B7FD-DA2427EEDA64}" type="presOf" srcId="{0F7E6BEF-9941-4823-A085-4B3C059B7B7F}" destId="{443B98F0-61CA-4F9C-9AAE-687E6C970BED}" srcOrd="0" destOrd="2" presId="urn:microsoft.com/office/officeart/2018/2/layout/IconLabelDescriptionList"/>
    <dgm:cxn modelId="{D99638D9-C68A-4B68-B709-97AD504E15D1}" type="presOf" srcId="{6EC87DBD-B886-432D-981A-7C239EA43159}" destId="{593C3200-CA2F-4FF0-ACFB-9BF565E3789A}" srcOrd="0" destOrd="0" presId="urn:microsoft.com/office/officeart/2018/2/layout/IconLabelDescriptionList"/>
    <dgm:cxn modelId="{3FC0B679-409F-4CFB-9AEE-FDCF562CE572}" type="presParOf" srcId="{ED7FD9FF-5135-4787-9071-69273BC0458C}" destId="{FE6AD2CA-41B4-4092-A129-43EAD8339B5A}" srcOrd="0" destOrd="0" presId="urn:microsoft.com/office/officeart/2018/2/layout/IconLabelDescriptionList"/>
    <dgm:cxn modelId="{52371367-88B0-4CAD-8CCA-142D8C3148EF}" type="presParOf" srcId="{FE6AD2CA-41B4-4092-A129-43EAD8339B5A}" destId="{CE8ABF46-07F9-451B-B3B1-06C16D0AA45E}" srcOrd="0" destOrd="0" presId="urn:microsoft.com/office/officeart/2018/2/layout/IconLabelDescriptionList"/>
    <dgm:cxn modelId="{FEE9DB81-DEEA-4574-9BE5-0E29F3E00E62}" type="presParOf" srcId="{FE6AD2CA-41B4-4092-A129-43EAD8339B5A}" destId="{AAD1707C-5604-4658-A384-51D925D4C34E}" srcOrd="1" destOrd="0" presId="urn:microsoft.com/office/officeart/2018/2/layout/IconLabelDescriptionList"/>
    <dgm:cxn modelId="{56D13BAB-8786-4B6D-8B7B-21BBF1880755}" type="presParOf" srcId="{FE6AD2CA-41B4-4092-A129-43EAD8339B5A}" destId="{593C3200-CA2F-4FF0-ACFB-9BF565E3789A}" srcOrd="2" destOrd="0" presId="urn:microsoft.com/office/officeart/2018/2/layout/IconLabelDescriptionList"/>
    <dgm:cxn modelId="{C16A933B-BC7A-40AD-8A6F-38F245BD3E7C}" type="presParOf" srcId="{FE6AD2CA-41B4-4092-A129-43EAD8339B5A}" destId="{1A9AC6C6-63E4-4222-A367-163D6508CE85}" srcOrd="3" destOrd="0" presId="urn:microsoft.com/office/officeart/2018/2/layout/IconLabelDescriptionList"/>
    <dgm:cxn modelId="{3ED39DD6-C385-4AFD-A4EE-BDD74AEC1A12}" type="presParOf" srcId="{FE6AD2CA-41B4-4092-A129-43EAD8339B5A}" destId="{F72DD546-F0F4-4AB3-A0A6-8E3FEBF9DA4F}" srcOrd="4" destOrd="0" presId="urn:microsoft.com/office/officeart/2018/2/layout/IconLabelDescriptionList"/>
    <dgm:cxn modelId="{FA401F61-0AD5-4B96-820B-AB8727C321BD}" type="presParOf" srcId="{ED7FD9FF-5135-4787-9071-69273BC0458C}" destId="{4A4C0DC4-601B-4E48-A52E-763858EDA7A9}" srcOrd="1" destOrd="0" presId="urn:microsoft.com/office/officeart/2018/2/layout/IconLabelDescriptionList"/>
    <dgm:cxn modelId="{EF8294AE-5A8C-4344-A793-5415DF02634B}" type="presParOf" srcId="{ED7FD9FF-5135-4787-9071-69273BC0458C}" destId="{46FC4E39-995F-4FCF-945E-1A169131413F}" srcOrd="2" destOrd="0" presId="urn:microsoft.com/office/officeart/2018/2/layout/IconLabelDescriptionList"/>
    <dgm:cxn modelId="{6E2C7405-6D7A-4411-8BD6-558771C9AC71}" type="presParOf" srcId="{46FC4E39-995F-4FCF-945E-1A169131413F}" destId="{A5CE5B81-8262-4D25-80EB-78009E1FFB52}" srcOrd="0" destOrd="0" presId="urn:microsoft.com/office/officeart/2018/2/layout/IconLabelDescriptionList"/>
    <dgm:cxn modelId="{C8D7BDB0-0213-419D-9EF8-1DD7012971ED}" type="presParOf" srcId="{46FC4E39-995F-4FCF-945E-1A169131413F}" destId="{0FBB173D-DA08-4C50-9FB9-8BE543466064}" srcOrd="1" destOrd="0" presId="urn:microsoft.com/office/officeart/2018/2/layout/IconLabelDescriptionList"/>
    <dgm:cxn modelId="{E50BA26B-7D91-4C9C-8111-704A5AFEACB3}" type="presParOf" srcId="{46FC4E39-995F-4FCF-945E-1A169131413F}" destId="{55FD2167-D011-43DC-B959-DC2C8A9BB07B}" srcOrd="2" destOrd="0" presId="urn:microsoft.com/office/officeart/2018/2/layout/IconLabelDescriptionList"/>
    <dgm:cxn modelId="{6E78282D-BE73-424F-A355-11C052C7469E}" type="presParOf" srcId="{46FC4E39-995F-4FCF-945E-1A169131413F}" destId="{25B7A52A-4697-4432-8E82-C95161568130}" srcOrd="3" destOrd="0" presId="urn:microsoft.com/office/officeart/2018/2/layout/IconLabelDescriptionList"/>
    <dgm:cxn modelId="{A67C2CA4-5513-4456-A695-C7FF2FDA0513}" type="presParOf" srcId="{46FC4E39-995F-4FCF-945E-1A169131413F}" destId="{3CB96D6F-44B1-4789-86A1-D54134D9B6F1}" srcOrd="4" destOrd="0" presId="urn:microsoft.com/office/officeart/2018/2/layout/IconLabelDescriptionList"/>
    <dgm:cxn modelId="{DBB8F31A-DB43-4EA8-BD5F-2A357C5313CA}" type="presParOf" srcId="{ED7FD9FF-5135-4787-9071-69273BC0458C}" destId="{2C612C27-39E5-4201-A81F-FC0D1FD50A61}" srcOrd="3" destOrd="0" presId="urn:microsoft.com/office/officeart/2018/2/layout/IconLabelDescriptionList"/>
    <dgm:cxn modelId="{1F8E269D-CBF3-456F-A04B-EF7660F2F5DD}" type="presParOf" srcId="{ED7FD9FF-5135-4787-9071-69273BC0458C}" destId="{E4344BED-4C3B-4C35-84FB-0CB779B3E3AE}" srcOrd="4" destOrd="0" presId="urn:microsoft.com/office/officeart/2018/2/layout/IconLabelDescriptionList"/>
    <dgm:cxn modelId="{05F09AA3-1D5D-48D4-B4D3-290001121B6B}" type="presParOf" srcId="{E4344BED-4C3B-4C35-84FB-0CB779B3E3AE}" destId="{D9E151CF-BC4A-44FF-9BBF-2C8EBA01E728}" srcOrd="0" destOrd="0" presId="urn:microsoft.com/office/officeart/2018/2/layout/IconLabelDescriptionList"/>
    <dgm:cxn modelId="{7B76BD89-FB93-4746-93AB-070AE0932F3B}" type="presParOf" srcId="{E4344BED-4C3B-4C35-84FB-0CB779B3E3AE}" destId="{C5E08739-00E6-45D9-97A0-597561E272F8}" srcOrd="1" destOrd="0" presId="urn:microsoft.com/office/officeart/2018/2/layout/IconLabelDescriptionList"/>
    <dgm:cxn modelId="{D2532A5D-F3BA-4E54-B719-3CCCB96C4673}" type="presParOf" srcId="{E4344BED-4C3B-4C35-84FB-0CB779B3E3AE}" destId="{F3BD1D6F-D916-4E45-90B6-A31F685974AA}" srcOrd="2" destOrd="0" presId="urn:microsoft.com/office/officeart/2018/2/layout/IconLabelDescriptionList"/>
    <dgm:cxn modelId="{2500B5CA-6199-4AD7-8374-F21834607D08}" type="presParOf" srcId="{E4344BED-4C3B-4C35-84FB-0CB779B3E3AE}" destId="{180E4FD9-27C7-43E2-B99D-87CEAD92696E}" srcOrd="3" destOrd="0" presId="urn:microsoft.com/office/officeart/2018/2/layout/IconLabelDescriptionList"/>
    <dgm:cxn modelId="{9E1FF1F3-FA3E-418D-9A2E-134959E8206B}" type="presParOf" srcId="{E4344BED-4C3B-4C35-84FB-0CB779B3E3AE}" destId="{443B98F0-61CA-4F9C-9AAE-687E6C970BE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FEB5B-B7B6-458C-98C7-F09D35B2094F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AD1531-B5A2-448B-841E-D4BBBF4CD3B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103CD-C1DC-4722-8944-161CB99B90CA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Loss functions play a critical role in training deep learning models.</a:t>
          </a:r>
        </a:p>
      </dsp:txBody>
      <dsp:txXfrm>
        <a:off x="1844034" y="682"/>
        <a:ext cx="2839914" cy="1596566"/>
      </dsp:txXfrm>
    </dsp:sp>
    <dsp:sp modelId="{2A5372FC-B430-4C3D-B9F0-D500DE8DEAE5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84DCE-1D75-49A0-B471-F7FAB923A9C9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4955F-3E2A-4419-930D-31064B52CC64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Traditional margin-based loss functions (e.g., ArcFace) use fixed margins, but they do not adapt based on input quality.</a:t>
          </a:r>
        </a:p>
      </dsp:txBody>
      <dsp:txXfrm>
        <a:off x="1844034" y="1996390"/>
        <a:ext cx="2839914" cy="1596566"/>
      </dsp:txXfrm>
    </dsp:sp>
    <dsp:sp modelId="{601A9E7C-27C1-46A5-B584-2B9870B89301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B1C42-F4DF-41E1-8F65-13B137242395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051E7-8186-412A-A829-CBCD1C5C2743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AdaFace introduces an adaptive margin that adjusts dynamically using feature norms, improving classification performance.</a:t>
          </a:r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856D5-5EC9-4248-957E-CFF6E41F5D87}">
      <dsp:nvSpPr>
        <dsp:cNvPr id="0" name=""/>
        <dsp:cNvSpPr/>
      </dsp:nvSpPr>
      <dsp:spPr>
        <a:xfrm>
          <a:off x="154" y="866866"/>
          <a:ext cx="1859998" cy="22319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0" rIns="18372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ArcFace and similar losses apply a fixed margin to all samples.</a:t>
          </a:r>
        </a:p>
      </dsp:txBody>
      <dsp:txXfrm>
        <a:off x="154" y="1759665"/>
        <a:ext cx="1859998" cy="1339198"/>
      </dsp:txXfrm>
    </dsp:sp>
    <dsp:sp modelId="{F02C8DEC-EAE8-4F57-8544-4A4923E00961}">
      <dsp:nvSpPr>
        <dsp:cNvPr id="0" name=""/>
        <dsp:cNvSpPr/>
      </dsp:nvSpPr>
      <dsp:spPr>
        <a:xfrm>
          <a:off x="154" y="866866"/>
          <a:ext cx="1859998" cy="8927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165100" rIns="183726" bIns="1651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01</a:t>
          </a:r>
        </a:p>
      </dsp:txBody>
      <dsp:txXfrm>
        <a:off x="154" y="866866"/>
        <a:ext cx="1859998" cy="892799"/>
      </dsp:txXfrm>
    </dsp:sp>
    <dsp:sp modelId="{46CC86ED-D508-442D-AF13-8BD624D038D2}">
      <dsp:nvSpPr>
        <dsp:cNvPr id="0" name=""/>
        <dsp:cNvSpPr/>
      </dsp:nvSpPr>
      <dsp:spPr>
        <a:xfrm>
          <a:off x="2008951" y="866866"/>
          <a:ext cx="1859998" cy="223199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0" rIns="18372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Real-world data varies in quality—some images are more recognizable than others.</a:t>
          </a:r>
        </a:p>
      </dsp:txBody>
      <dsp:txXfrm>
        <a:off x="2008951" y="1759665"/>
        <a:ext cx="1859998" cy="1339198"/>
      </dsp:txXfrm>
    </dsp:sp>
    <dsp:sp modelId="{7C26A6F4-FE82-48B5-B3A2-B7E95AC931F9}">
      <dsp:nvSpPr>
        <dsp:cNvPr id="0" name=""/>
        <dsp:cNvSpPr/>
      </dsp:nvSpPr>
      <dsp:spPr>
        <a:xfrm>
          <a:off x="2008951" y="866866"/>
          <a:ext cx="1859998" cy="8927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165100" rIns="183726" bIns="1651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02</a:t>
          </a:r>
        </a:p>
      </dsp:txBody>
      <dsp:txXfrm>
        <a:off x="2008951" y="866866"/>
        <a:ext cx="1859998" cy="892799"/>
      </dsp:txXfrm>
    </dsp:sp>
    <dsp:sp modelId="{0090A837-3DDA-4ACC-8D2A-8C10C84D58DA}">
      <dsp:nvSpPr>
        <dsp:cNvPr id="0" name=""/>
        <dsp:cNvSpPr/>
      </dsp:nvSpPr>
      <dsp:spPr>
        <a:xfrm>
          <a:off x="4017749" y="866866"/>
          <a:ext cx="1859998" cy="22319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0" rIns="18372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Hard samples should be emphasized only if they contain meaningful identity information.</a:t>
          </a:r>
        </a:p>
      </dsp:txBody>
      <dsp:txXfrm>
        <a:off x="4017749" y="1759665"/>
        <a:ext cx="1859998" cy="1339198"/>
      </dsp:txXfrm>
    </dsp:sp>
    <dsp:sp modelId="{D2EFAAD6-A221-4539-A823-883BC428DA88}">
      <dsp:nvSpPr>
        <dsp:cNvPr id="0" name=""/>
        <dsp:cNvSpPr/>
      </dsp:nvSpPr>
      <dsp:spPr>
        <a:xfrm>
          <a:off x="4017749" y="866866"/>
          <a:ext cx="1859998" cy="8927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165100" rIns="183726" bIns="1651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03</a:t>
          </a:r>
        </a:p>
      </dsp:txBody>
      <dsp:txXfrm>
        <a:off x="4017749" y="866866"/>
        <a:ext cx="1859998" cy="892799"/>
      </dsp:txXfrm>
    </dsp:sp>
    <dsp:sp modelId="{6DF32598-C7E1-41C3-BD5E-26FFB59231A6}">
      <dsp:nvSpPr>
        <dsp:cNvPr id="0" name=""/>
        <dsp:cNvSpPr/>
      </dsp:nvSpPr>
      <dsp:spPr>
        <a:xfrm>
          <a:off x="6026547" y="866866"/>
          <a:ext cx="1859998" cy="223199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0" rIns="183726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AdaFace solves this by adapting the margin based on feature norms.</a:t>
          </a:r>
        </a:p>
      </dsp:txBody>
      <dsp:txXfrm>
        <a:off x="6026547" y="1759665"/>
        <a:ext cx="1859998" cy="1339198"/>
      </dsp:txXfrm>
    </dsp:sp>
    <dsp:sp modelId="{AEAD2DD1-D298-43A1-B613-D7BED600DB54}">
      <dsp:nvSpPr>
        <dsp:cNvPr id="0" name=""/>
        <dsp:cNvSpPr/>
      </dsp:nvSpPr>
      <dsp:spPr>
        <a:xfrm>
          <a:off x="6026547" y="866866"/>
          <a:ext cx="1859998" cy="89279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726" tIns="165100" rIns="183726" bIns="1651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04</a:t>
          </a:r>
        </a:p>
      </dsp:txBody>
      <dsp:txXfrm>
        <a:off x="6026547" y="866866"/>
        <a:ext cx="1859998" cy="8927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98B6DD-F047-4156-88F4-2FE8CC4ED994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6C56C-024A-4075-AFCE-E5061BC69AA2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6BA28-1B9D-4235-B050-526971BCE5A5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Uses feature norm as a proxy for image quality.</a:t>
          </a:r>
        </a:p>
      </dsp:txBody>
      <dsp:txXfrm>
        <a:off x="1074268" y="4366"/>
        <a:ext cx="3609680" cy="930102"/>
      </dsp:txXfrm>
    </dsp:sp>
    <dsp:sp modelId="{0BEE940C-39AC-4E94-991B-5445F093D6C5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2224E-B4D4-44E6-AE35-B03366B0D134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61DE9-956A-4930-9234-06A985168A32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Assigns different importance to training samples based on quality.</a:t>
          </a:r>
        </a:p>
      </dsp:txBody>
      <dsp:txXfrm>
        <a:off x="1074268" y="1166994"/>
        <a:ext cx="3609680" cy="930102"/>
      </dsp:txXfrm>
    </dsp:sp>
    <dsp:sp modelId="{43DEE21B-E0B2-45AA-8277-81EAF64C2EB7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E588D-7AEA-440A-98A9-39108CCD0A29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1FFEA5-5752-426D-A51E-2BC2736EF900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High-quality images → Focus on hard samples.</a:t>
          </a:r>
        </a:p>
      </dsp:txBody>
      <dsp:txXfrm>
        <a:off x="1074268" y="2329622"/>
        <a:ext cx="3609680" cy="930102"/>
      </dsp:txXfrm>
    </dsp:sp>
    <dsp:sp modelId="{E1BEB3B1-A797-4003-8573-D765320F0A76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BF249-AFD4-4E73-ACD8-90324B423A17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614CB-4E24-46B0-B61C-04B43D3EC6D1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Low-quality images → Avoid overfitting on noisy data.</a:t>
          </a:r>
        </a:p>
      </dsp:txBody>
      <dsp:txXfrm>
        <a:off x="1074268" y="3492250"/>
        <a:ext cx="3609680" cy="930102"/>
      </dsp:txXfrm>
    </dsp:sp>
    <dsp:sp modelId="{159C0760-4BB1-46D3-8650-E62E9F639C32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15459-A677-402F-8772-5AD6AB901951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F168A-796B-4137-9E08-66061211AF25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Improves performance on both high- and low-quality datasets.</a:t>
          </a:r>
        </a:p>
      </dsp:txBody>
      <dsp:txXfrm>
        <a:off x="1074268" y="4654878"/>
        <a:ext cx="3609680" cy="9301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47BA7F-D1DF-4BD8-A031-D68CC7C99F54}">
      <dsp:nvSpPr>
        <dsp:cNvPr id="0" name=""/>
        <dsp:cNvSpPr/>
      </dsp:nvSpPr>
      <dsp:spPr>
        <a:xfrm>
          <a:off x="6486" y="1153021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D04A1-E6F7-4B14-8F93-A5577D65E4FC}">
      <dsp:nvSpPr>
        <dsp:cNvPr id="0" name=""/>
        <dsp:cNvSpPr/>
      </dsp:nvSpPr>
      <dsp:spPr>
        <a:xfrm>
          <a:off x="6486" y="2089081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Feature norm-based quality indicator:</a:t>
          </a:r>
        </a:p>
      </dsp:txBody>
      <dsp:txXfrm>
        <a:off x="6486" y="2089081"/>
        <a:ext cx="2442656" cy="435098"/>
      </dsp:txXfrm>
    </dsp:sp>
    <dsp:sp modelId="{64B022A3-7269-4EEF-9745-9E25C928FE9C}">
      <dsp:nvSpPr>
        <dsp:cNvPr id="0" name=""/>
        <dsp:cNvSpPr/>
      </dsp:nvSpPr>
      <dsp:spPr>
        <a:xfrm>
          <a:off x="6486" y="2561915"/>
          <a:ext cx="2442656" cy="477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ẑᵢ = (||zᵢ|| - μ_z) / (σ_z / h)</a:t>
          </a:r>
        </a:p>
      </dsp:txBody>
      <dsp:txXfrm>
        <a:off x="6486" y="2561915"/>
        <a:ext cx="2442656" cy="477868"/>
      </dsp:txXfrm>
    </dsp:sp>
    <dsp:sp modelId="{928853FB-1188-4AEC-9239-2D7ADC7AE9A2}">
      <dsp:nvSpPr>
        <dsp:cNvPr id="0" name=""/>
        <dsp:cNvSpPr/>
      </dsp:nvSpPr>
      <dsp:spPr>
        <a:xfrm>
          <a:off x="2876607" y="1153021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40BB8-D439-4D1E-A9D4-F029A312043E}">
      <dsp:nvSpPr>
        <dsp:cNvPr id="0" name=""/>
        <dsp:cNvSpPr/>
      </dsp:nvSpPr>
      <dsp:spPr>
        <a:xfrm>
          <a:off x="2876607" y="2089081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Adaptive margin functions:</a:t>
          </a:r>
        </a:p>
      </dsp:txBody>
      <dsp:txXfrm>
        <a:off x="2876607" y="2089081"/>
        <a:ext cx="2442656" cy="435098"/>
      </dsp:txXfrm>
    </dsp:sp>
    <dsp:sp modelId="{EBDB57BE-772F-45DC-8562-30C4E9CDE040}">
      <dsp:nvSpPr>
        <dsp:cNvPr id="0" name=""/>
        <dsp:cNvSpPr/>
      </dsp:nvSpPr>
      <dsp:spPr>
        <a:xfrm>
          <a:off x="2876607" y="2561915"/>
          <a:ext cx="2442656" cy="477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g_angle = -m * ẑᵢ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g_add = m * ẑᵢ + m</a:t>
          </a:r>
        </a:p>
      </dsp:txBody>
      <dsp:txXfrm>
        <a:off x="2876607" y="2561915"/>
        <a:ext cx="2442656" cy="477868"/>
      </dsp:txXfrm>
    </dsp:sp>
    <dsp:sp modelId="{760DF269-1B57-487F-9003-1D84C6C20BCF}">
      <dsp:nvSpPr>
        <dsp:cNvPr id="0" name=""/>
        <dsp:cNvSpPr/>
      </dsp:nvSpPr>
      <dsp:spPr>
        <a:xfrm>
          <a:off x="5746728" y="1153021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D2D5A-BD70-465D-AEFF-D9609A4EDBCC}">
      <dsp:nvSpPr>
        <dsp:cNvPr id="0" name=""/>
        <dsp:cNvSpPr/>
      </dsp:nvSpPr>
      <dsp:spPr>
        <a:xfrm>
          <a:off x="5746728" y="2089081"/>
          <a:ext cx="2442656" cy="435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Final loss modification:</a:t>
          </a:r>
        </a:p>
      </dsp:txBody>
      <dsp:txXfrm>
        <a:off x="5746728" y="2089081"/>
        <a:ext cx="2442656" cy="435098"/>
      </dsp:txXfrm>
    </dsp:sp>
    <dsp:sp modelId="{AC364E30-21D6-4DE2-BE73-27A53055A210}">
      <dsp:nvSpPr>
        <dsp:cNvPr id="0" name=""/>
        <dsp:cNvSpPr/>
      </dsp:nvSpPr>
      <dsp:spPr>
        <a:xfrm>
          <a:off x="5746728" y="2561915"/>
          <a:ext cx="2442656" cy="4778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f(θ_j, m) = s cos(θ_j + g_angle) - g_add (if j=yᵢ)</a:t>
          </a:r>
        </a:p>
      </dsp:txBody>
      <dsp:txXfrm>
        <a:off x="5746728" y="2561915"/>
        <a:ext cx="2442656" cy="4778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2D68C9-85E5-4621-BD78-5A68B994971B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B4D55-E0CD-4408-9A95-032F14BDEE77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Built as a PyTorch loss function extending nn.Module.</a:t>
          </a:r>
        </a:p>
      </dsp:txBody>
      <dsp:txXfrm>
        <a:off x="2092" y="2349886"/>
        <a:ext cx="1741992" cy="696796"/>
      </dsp:txXfrm>
    </dsp:sp>
    <dsp:sp modelId="{53071862-191C-460A-96A7-9E851344929E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47B53-DC7B-45C2-9DB6-AA068B8A97EC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Uses batch statistics to normalize feature norms.</a:t>
          </a:r>
        </a:p>
      </dsp:txBody>
      <dsp:txXfrm>
        <a:off x="2048933" y="2349886"/>
        <a:ext cx="1741992" cy="696796"/>
      </dsp:txXfrm>
    </dsp:sp>
    <dsp:sp modelId="{31676E11-7871-4AEF-B859-50A04DCEDE95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D78FC-AE59-4A58-9567-7A09CA173E80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Dynamically modifies margin during training.</a:t>
          </a:r>
        </a:p>
      </dsp:txBody>
      <dsp:txXfrm>
        <a:off x="4095774" y="2349886"/>
        <a:ext cx="1741992" cy="696796"/>
      </dsp:txXfrm>
    </dsp:sp>
    <dsp:sp modelId="{EE498620-B998-4CBA-9092-82699544EB8A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E120D-6733-4018-B205-37AC7A8806FA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Code snippet is included in the report.</a:t>
          </a:r>
        </a:p>
      </dsp:txBody>
      <dsp:txXfrm>
        <a:off x="6142615" y="2349886"/>
        <a:ext cx="1741992" cy="6967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E20A2-8540-4059-B902-8F75B1F144B3}">
      <dsp:nvSpPr>
        <dsp:cNvPr id="0" name=""/>
        <dsp:cNvSpPr/>
      </dsp:nvSpPr>
      <dsp:spPr>
        <a:xfrm>
          <a:off x="781830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Datasets: MNIST (digits) and CIFAR-10 (images).</a:t>
          </a:r>
        </a:p>
      </dsp:txBody>
      <dsp:txXfrm>
        <a:off x="820412" y="40706"/>
        <a:ext cx="2557435" cy="1240135"/>
      </dsp:txXfrm>
    </dsp:sp>
    <dsp:sp modelId="{ACC67276-5CDC-4725-A863-810278337AC8}">
      <dsp:nvSpPr>
        <dsp:cNvPr id="0" name=""/>
        <dsp:cNvSpPr/>
      </dsp:nvSpPr>
      <dsp:spPr>
        <a:xfrm>
          <a:off x="781830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CNN model with:</a:t>
          </a:r>
        </a:p>
      </dsp:txBody>
      <dsp:txXfrm>
        <a:off x="820412" y="1555601"/>
        <a:ext cx="2557435" cy="1240135"/>
      </dsp:txXfrm>
    </dsp:sp>
    <dsp:sp modelId="{1D8F7786-862D-4D8D-B83D-B35304DEA979}">
      <dsp:nvSpPr>
        <dsp:cNvPr id="0" name=""/>
        <dsp:cNvSpPr/>
      </dsp:nvSpPr>
      <dsp:spPr>
        <a:xfrm rot="18289469">
          <a:off x="302065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97215" y="1372086"/>
        <a:ext cx="92269" cy="92269"/>
      </dsp:txXfrm>
    </dsp:sp>
    <dsp:sp modelId="{5E97AAA7-C0C6-4565-8593-B4D464951E95}">
      <dsp:nvSpPr>
        <dsp:cNvPr id="0" name=""/>
        <dsp:cNvSpPr/>
      </dsp:nvSpPr>
      <dsp:spPr>
        <a:xfrm>
          <a:off x="4470269" y="2124"/>
          <a:ext cx="2634599" cy="131729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Convolutional layers (ReLU, MaxPooling)</a:t>
          </a:r>
        </a:p>
      </dsp:txBody>
      <dsp:txXfrm>
        <a:off x="4508851" y="40706"/>
        <a:ext cx="2557435" cy="1240135"/>
      </dsp:txXfrm>
    </dsp:sp>
    <dsp:sp modelId="{B627405D-BD38-4880-B6E4-C0BDCF307CCD}">
      <dsp:nvSpPr>
        <dsp:cNvPr id="0" name=""/>
        <dsp:cNvSpPr/>
      </dsp:nvSpPr>
      <dsp:spPr>
        <a:xfrm>
          <a:off x="341643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7004" y="2149323"/>
        <a:ext cx="52691" cy="52691"/>
      </dsp:txXfrm>
    </dsp:sp>
    <dsp:sp modelId="{7AB098C6-8D97-4DAB-80C7-977A942DC87F}">
      <dsp:nvSpPr>
        <dsp:cNvPr id="0" name=""/>
        <dsp:cNvSpPr/>
      </dsp:nvSpPr>
      <dsp:spPr>
        <a:xfrm>
          <a:off x="447026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Fully connected layers</a:t>
          </a:r>
        </a:p>
      </dsp:txBody>
      <dsp:txXfrm>
        <a:off x="4508851" y="1555601"/>
        <a:ext cx="2557435" cy="1240135"/>
      </dsp:txXfrm>
    </dsp:sp>
    <dsp:sp modelId="{7E8D2D19-44E7-486E-B6AA-E4DF7364DA33}">
      <dsp:nvSpPr>
        <dsp:cNvPr id="0" name=""/>
        <dsp:cNvSpPr/>
      </dsp:nvSpPr>
      <dsp:spPr>
        <a:xfrm rot="3310531">
          <a:off x="302065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97215" y="2886981"/>
        <a:ext cx="92269" cy="92269"/>
      </dsp:txXfrm>
    </dsp:sp>
    <dsp:sp modelId="{75540D5E-7E5D-4FB1-84A0-EAC1EB357969}">
      <dsp:nvSpPr>
        <dsp:cNvPr id="0" name=""/>
        <dsp:cNvSpPr/>
      </dsp:nvSpPr>
      <dsp:spPr>
        <a:xfrm>
          <a:off x="4470269" y="3031913"/>
          <a:ext cx="2634599" cy="131729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Batch normalization &amp; dropout</a:t>
          </a:r>
        </a:p>
      </dsp:txBody>
      <dsp:txXfrm>
        <a:off x="4508851" y="3070495"/>
        <a:ext cx="2557435" cy="1240135"/>
      </dsp:txXfrm>
    </dsp:sp>
    <dsp:sp modelId="{38F31331-48A9-471C-A434-7DD0A0450EAD}">
      <dsp:nvSpPr>
        <dsp:cNvPr id="0" name=""/>
        <dsp:cNvSpPr/>
      </dsp:nvSpPr>
      <dsp:spPr>
        <a:xfrm>
          <a:off x="781830" y="3031913"/>
          <a:ext cx="2634599" cy="131729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Trained using AdaLoss and compared against ArcLoss.</a:t>
          </a:r>
        </a:p>
      </dsp:txBody>
      <dsp:txXfrm>
        <a:off x="820412" y="3070495"/>
        <a:ext cx="2557435" cy="12401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5E8AE-D521-4892-ABED-BD1BD5475A1E}">
      <dsp:nvSpPr>
        <dsp:cNvPr id="0" name=""/>
        <dsp:cNvSpPr/>
      </dsp:nvSpPr>
      <dsp:spPr>
        <a:xfrm>
          <a:off x="2191066" y="282836"/>
          <a:ext cx="3655123" cy="3655123"/>
        </a:xfrm>
        <a:prstGeom prst="pie">
          <a:avLst>
            <a:gd name="adj1" fmla="val 16200000"/>
            <a:gd name="adj2" fmla="val 18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AdaLoss achieves higher accuracy on both datasets.</a:t>
          </a:r>
        </a:p>
      </dsp:txBody>
      <dsp:txXfrm>
        <a:off x="4117403" y="1057375"/>
        <a:ext cx="1305401" cy="1087834"/>
      </dsp:txXfrm>
    </dsp:sp>
    <dsp:sp modelId="{4F3CFD14-9273-4ECD-B8F6-DE34DBF24C61}">
      <dsp:nvSpPr>
        <dsp:cNvPr id="0" name=""/>
        <dsp:cNvSpPr/>
      </dsp:nvSpPr>
      <dsp:spPr>
        <a:xfrm>
          <a:off x="2115788" y="413377"/>
          <a:ext cx="3655123" cy="3655123"/>
        </a:xfrm>
        <a:prstGeom prst="pie">
          <a:avLst>
            <a:gd name="adj1" fmla="val 1800000"/>
            <a:gd name="adj2" fmla="val 900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More stable loss convergence compared to ArcLoss.</a:t>
          </a:r>
        </a:p>
      </dsp:txBody>
      <dsp:txXfrm>
        <a:off x="2986055" y="2784856"/>
        <a:ext cx="1958102" cy="957294"/>
      </dsp:txXfrm>
    </dsp:sp>
    <dsp:sp modelId="{C744358F-ECCF-429A-A681-D60A39843839}">
      <dsp:nvSpPr>
        <dsp:cNvPr id="0" name=""/>
        <dsp:cNvSpPr/>
      </dsp:nvSpPr>
      <dsp:spPr>
        <a:xfrm>
          <a:off x="2040509" y="282836"/>
          <a:ext cx="3655123" cy="3655123"/>
        </a:xfrm>
        <a:prstGeom prst="pie">
          <a:avLst>
            <a:gd name="adj1" fmla="val 9000000"/>
            <a:gd name="adj2" fmla="val 1620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Screenshots and graphs are included in the report.</a:t>
          </a:r>
        </a:p>
      </dsp:txBody>
      <dsp:txXfrm>
        <a:off x="2463895" y="1057375"/>
        <a:ext cx="1305401" cy="1087834"/>
      </dsp:txXfrm>
    </dsp:sp>
    <dsp:sp modelId="{748D82CD-E53E-43E4-82C0-71B926CF3446}">
      <dsp:nvSpPr>
        <dsp:cNvPr id="0" name=""/>
        <dsp:cNvSpPr/>
      </dsp:nvSpPr>
      <dsp:spPr>
        <a:xfrm>
          <a:off x="1965098" y="56567"/>
          <a:ext cx="4107663" cy="4107663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2140F-42F4-4877-94E4-7AB8DE59B447}">
      <dsp:nvSpPr>
        <dsp:cNvPr id="0" name=""/>
        <dsp:cNvSpPr/>
      </dsp:nvSpPr>
      <dsp:spPr>
        <a:xfrm>
          <a:off x="1889518" y="186876"/>
          <a:ext cx="4107663" cy="4107663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C3FAE-7940-4F5A-AB0C-1D1ABBB62762}">
      <dsp:nvSpPr>
        <dsp:cNvPr id="0" name=""/>
        <dsp:cNvSpPr/>
      </dsp:nvSpPr>
      <dsp:spPr>
        <a:xfrm>
          <a:off x="1813938" y="56567"/>
          <a:ext cx="4107663" cy="4107663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ABF46-07F9-451B-B3B1-06C16D0AA45E}">
      <dsp:nvSpPr>
        <dsp:cNvPr id="0" name=""/>
        <dsp:cNvSpPr/>
      </dsp:nvSpPr>
      <dsp:spPr>
        <a:xfrm>
          <a:off x="6486" y="752268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3C3200-CA2F-4FF0-ACFB-9BF565E3789A}">
      <dsp:nvSpPr>
        <dsp:cNvPr id="0" name=""/>
        <dsp:cNvSpPr/>
      </dsp:nvSpPr>
      <dsp:spPr>
        <a:xfrm>
          <a:off x="6486" y="1722793"/>
          <a:ext cx="2442656" cy="652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AdaLoss adapts to image quality, unlike fixed-margin loss functions.</a:t>
          </a:r>
        </a:p>
      </dsp:txBody>
      <dsp:txXfrm>
        <a:off x="6486" y="1722793"/>
        <a:ext cx="2442656" cy="652647"/>
      </dsp:txXfrm>
    </dsp:sp>
    <dsp:sp modelId="{F72DD546-F0F4-4AB3-A0A6-8E3FEBF9DA4F}">
      <dsp:nvSpPr>
        <dsp:cNvPr id="0" name=""/>
        <dsp:cNvSpPr/>
      </dsp:nvSpPr>
      <dsp:spPr>
        <a:xfrm>
          <a:off x="6486" y="2429206"/>
          <a:ext cx="2442656" cy="1011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E5B81-8262-4D25-80EB-78009E1FFB52}">
      <dsp:nvSpPr>
        <dsp:cNvPr id="0" name=""/>
        <dsp:cNvSpPr/>
      </dsp:nvSpPr>
      <dsp:spPr>
        <a:xfrm>
          <a:off x="2876607" y="752268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D2167-D011-43DC-B959-DC2C8A9BB07B}">
      <dsp:nvSpPr>
        <dsp:cNvPr id="0" name=""/>
        <dsp:cNvSpPr/>
      </dsp:nvSpPr>
      <dsp:spPr>
        <a:xfrm>
          <a:off x="2876607" y="1722793"/>
          <a:ext cx="2442656" cy="652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Improves classification performance, particularly for complex datasets.</a:t>
          </a:r>
        </a:p>
      </dsp:txBody>
      <dsp:txXfrm>
        <a:off x="2876607" y="1722793"/>
        <a:ext cx="2442656" cy="652647"/>
      </dsp:txXfrm>
    </dsp:sp>
    <dsp:sp modelId="{3CB96D6F-44B1-4789-86A1-D54134D9B6F1}">
      <dsp:nvSpPr>
        <dsp:cNvPr id="0" name=""/>
        <dsp:cNvSpPr/>
      </dsp:nvSpPr>
      <dsp:spPr>
        <a:xfrm>
          <a:off x="2876607" y="2429206"/>
          <a:ext cx="2442656" cy="1011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151CF-BC4A-44FF-9BBF-2C8EBA01E728}">
      <dsp:nvSpPr>
        <dsp:cNvPr id="0" name=""/>
        <dsp:cNvSpPr/>
      </dsp:nvSpPr>
      <dsp:spPr>
        <a:xfrm>
          <a:off x="5746728" y="752268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D1D6F-D916-4E45-90B6-A31F685974AA}">
      <dsp:nvSpPr>
        <dsp:cNvPr id="0" name=""/>
        <dsp:cNvSpPr/>
      </dsp:nvSpPr>
      <dsp:spPr>
        <a:xfrm>
          <a:off x="5746728" y="1722793"/>
          <a:ext cx="2442656" cy="652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Future work:</a:t>
          </a:r>
        </a:p>
      </dsp:txBody>
      <dsp:txXfrm>
        <a:off x="5746728" y="1722793"/>
        <a:ext cx="2442656" cy="652647"/>
      </dsp:txXfrm>
    </dsp:sp>
    <dsp:sp modelId="{443B98F0-61CA-4F9C-9AAE-687E6C970BED}">
      <dsp:nvSpPr>
        <dsp:cNvPr id="0" name=""/>
        <dsp:cNvSpPr/>
      </dsp:nvSpPr>
      <dsp:spPr>
        <a:xfrm>
          <a:off x="5746728" y="2429206"/>
          <a:ext cx="2442656" cy="1011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Extend to larger datasets (ImageNet).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Test on different neural network architectures.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Explore hybrid loss functions combining AdaLoss with contrastive learning.</a:t>
          </a:r>
        </a:p>
      </dsp:txBody>
      <dsp:txXfrm>
        <a:off x="5746728" y="2429206"/>
        <a:ext cx="2442656" cy="1011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0322" y="583345"/>
            <a:ext cx="5370268" cy="4164820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AdaLoss Implementation for Multi-Class Classification</a:t>
            </a:r>
          </a:p>
        </p:txBody>
      </p:sp>
      <p:sp>
        <p:nvSpPr>
          <p:cNvPr id="1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900"/>
              <a:t>Introduction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741952-30DF-3017-32DD-D8F98A289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76740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580"/>
            <a:ext cx="7372350" cy="108952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22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63A1046-52B9-F571-7CE2-E7E9B44C68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375317"/>
              </p:ext>
            </p:extLst>
          </p:nvPr>
        </p:nvGraphicFramePr>
        <p:xfrm>
          <a:off x="628650" y="2211233"/>
          <a:ext cx="78867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AdaFace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4F3F96-75F0-BC24-A5D1-C69FF0FEB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10700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Mathematical Formulation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A40E8E-7C92-888D-681E-756FE2FF4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0939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Implementation in PyTorch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02DDB0-EA00-1F0A-F4C1-D58951EB5D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57617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Experiments: Datasets &amp;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48A4F2-FAB4-6C1A-8E38-95FA500A2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97630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Results: Accuracy &amp; Loss Graphs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09A05F3-C8B0-6ADF-0AFC-40F4B2F9E4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13382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Results Comparison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 err="1"/>
              <a:t>AdaLoss</a:t>
            </a:r>
            <a:r>
              <a:rPr lang="en-US" sz="1600" dirty="0"/>
              <a:t> consistently outperforms </a:t>
            </a:r>
            <a:r>
              <a:rPr lang="en-US" sz="1600" dirty="0" err="1"/>
              <a:t>ArcLoss</a:t>
            </a:r>
            <a:r>
              <a:rPr lang="en-US" sz="1600" dirty="0"/>
              <a:t>, especially for CIFAR-10.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8E5CB1-5787-2390-1C88-E7102C451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15592"/>
              </p:ext>
            </p:extLst>
          </p:nvPr>
        </p:nvGraphicFramePr>
        <p:xfrm>
          <a:off x="418338" y="2994894"/>
          <a:ext cx="8373619" cy="296219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479814">
                  <a:extLst>
                    <a:ext uri="{9D8B030D-6E8A-4147-A177-3AD203B41FA5}">
                      <a16:colId xmlns:a16="http://schemas.microsoft.com/office/drawing/2014/main" val="3141328916"/>
                    </a:ext>
                  </a:extLst>
                </a:gridCol>
                <a:gridCol w="2593048">
                  <a:extLst>
                    <a:ext uri="{9D8B030D-6E8A-4147-A177-3AD203B41FA5}">
                      <a16:colId xmlns:a16="http://schemas.microsoft.com/office/drawing/2014/main" val="890770521"/>
                    </a:ext>
                  </a:extLst>
                </a:gridCol>
                <a:gridCol w="3300757">
                  <a:extLst>
                    <a:ext uri="{9D8B030D-6E8A-4147-A177-3AD203B41FA5}">
                      <a16:colId xmlns:a16="http://schemas.microsoft.com/office/drawing/2014/main" val="488931241"/>
                    </a:ext>
                  </a:extLst>
                </a:gridCol>
              </a:tblGrid>
              <a:tr h="1100630">
                <a:tc>
                  <a:txBody>
                    <a:bodyPr/>
                    <a:lstStyle/>
                    <a:p>
                      <a:r>
                        <a:rPr lang="en-US" sz="4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MNIST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CIFAR-10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238599"/>
                  </a:ext>
                </a:extLst>
              </a:tr>
              <a:tr h="930780"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ArcLoss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97.86%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62.35%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457056"/>
                  </a:ext>
                </a:extLst>
              </a:tr>
              <a:tr h="930780"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AdaLoss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99.11%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68.13%</a:t>
                      </a:r>
                    </a:p>
                  </a:txBody>
                  <a:tcPr marL="407641" marR="305730" marT="203820" marB="20382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5410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B8398E-F9B0-DF76-C4EC-F1DCF200D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AdaLoss MNIST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2661751D-955A-B7B6-2863-04E723E5F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393625"/>
            <a:ext cx="5085525" cy="406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2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1A9A5-AAD2-157C-8E0D-5949A0F3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AdaLoss CIFAR-10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B06560B2-6016-FBDB-42B8-6B8ED5FB8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380911"/>
            <a:ext cx="5085525" cy="40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46525-574B-982F-2485-A8995DD8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ArcLoss MNIST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E48AEE32-2D68-9ACD-B5EE-6A09EF765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450837"/>
            <a:ext cx="5085525" cy="395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9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BB6DE-B637-114C-9507-F23B2649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ArcLoss CIFAR-10</a:t>
            </a:r>
          </a:p>
        </p:txBody>
      </p:sp>
      <p:pic>
        <p:nvPicPr>
          <p:cNvPr id="5" name="Content Placeholder 4" descr="A graph with a line&#10;&#10;AI-generated content may be incorrect.">
            <a:extLst>
              <a:ext uri="{FF2B5EF4-FFF2-40B4-BE49-F238E27FC236}">
                <a16:creationId xmlns:a16="http://schemas.microsoft.com/office/drawing/2014/main" id="{3571CF55-5A57-1F36-0101-818978C51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1380911"/>
            <a:ext cx="5085525" cy="40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6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1D848-E329-9A92-3548-5B839F0C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ArcLoss vs AdaLoss</a:t>
            </a:r>
          </a:p>
        </p:txBody>
      </p:sp>
      <p:pic>
        <p:nvPicPr>
          <p:cNvPr id="7" name="Content Placeholder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5E60002-487C-B2C0-08C3-F6B53C593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885073"/>
            <a:ext cx="5085525" cy="508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9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83E8C4-D072-2440-0F02-AE5C778E7E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94382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Kim, M., Jain, A. K., &amp; Liu, X. (2022). 'AdaFace: Quality Adaptive Margin for Face Recognition'.</a:t>
            </a:r>
          </a:p>
          <a:p>
            <a:r>
              <a:rPr lang="en-US" sz="1700"/>
              <a:t>CVPR 2022, DOI: 10.1109/CVPR52688.2022.01819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478</Words>
  <Application>Microsoft Office PowerPoint</Application>
  <PresentationFormat>On-screen Show (4:3)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AdaLoss Implementation for Multi-Class Classification</vt:lpstr>
      <vt:lpstr>Introduction</vt:lpstr>
      <vt:lpstr>Problem Statement</vt:lpstr>
      <vt:lpstr>AdaFace Overview</vt:lpstr>
      <vt:lpstr>Mathematical Formulation</vt:lpstr>
      <vt:lpstr>Implementation in PyTorch</vt:lpstr>
      <vt:lpstr>Experiments: Datasets &amp; Model</vt:lpstr>
      <vt:lpstr>Results: Accuracy &amp; Loss Graphs</vt:lpstr>
      <vt:lpstr>Results Comparison</vt:lpstr>
      <vt:lpstr>AdaLoss MNIST</vt:lpstr>
      <vt:lpstr>AdaLoss CIFAR-10</vt:lpstr>
      <vt:lpstr>ArcLoss MNIST</vt:lpstr>
      <vt:lpstr>ArcLoss CIFAR-10</vt:lpstr>
      <vt:lpstr>ArcLoss vs AdaLoss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Kovuri, Karthik</cp:lastModifiedBy>
  <cp:revision>10</cp:revision>
  <dcterms:created xsi:type="dcterms:W3CDTF">2013-01-27T09:14:16Z</dcterms:created>
  <dcterms:modified xsi:type="dcterms:W3CDTF">2025-12-30T23:10:58Z</dcterms:modified>
  <cp:category/>
</cp:coreProperties>
</file>